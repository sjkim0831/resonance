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75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55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52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28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12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61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78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1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0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7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2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15396-234A-46CF-81E4-34292D7D699B}" type="datetimeFigureOut">
              <a:rPr lang="ko-KR" altLang="en-US" smtClean="0"/>
              <a:pPr/>
              <a:t>2017-09-12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76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48" y="546167"/>
            <a:ext cx="10813129" cy="6311833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2245585" y="1632878"/>
            <a:ext cx="445325" cy="71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 rot="10800000">
            <a:off x="1691403" y="1630898"/>
            <a:ext cx="445325" cy="71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841825" y="2297897"/>
            <a:ext cx="106877" cy="1484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130791" y="1559648"/>
            <a:ext cx="106877" cy="1484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528615" y="2064349"/>
            <a:ext cx="106877" cy="1484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776018" y="4758068"/>
            <a:ext cx="106877" cy="1484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322282" y="4603689"/>
            <a:ext cx="106877" cy="1484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아래쪽 화살표 13"/>
          <p:cNvSpPr/>
          <p:nvPr/>
        </p:nvSpPr>
        <p:spPr>
          <a:xfrm>
            <a:off x="3373740" y="4762026"/>
            <a:ext cx="45719" cy="1425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 rot="10800000">
            <a:off x="2922478" y="4833273"/>
            <a:ext cx="445325" cy="47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924463" y="4744215"/>
            <a:ext cx="237506" cy="1425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663700" y="4742235"/>
            <a:ext cx="237506" cy="1425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924464" y="4750152"/>
            <a:ext cx="237506" cy="1425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8775036" y="2628428"/>
            <a:ext cx="237506" cy="1425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6542475" y="2390920"/>
            <a:ext cx="237506" cy="1425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8238666" y="2040598"/>
            <a:ext cx="237506" cy="1425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8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8" y="-162353"/>
            <a:ext cx="11905490" cy="598170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4679674" y="859100"/>
            <a:ext cx="143303" cy="1842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303656" y="863768"/>
            <a:ext cx="143303" cy="1842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030852" y="1007070"/>
            <a:ext cx="143303" cy="1842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>
            <a:off x="8441405" y="898004"/>
            <a:ext cx="716508" cy="1433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>
            <a:off x="5184642" y="1003023"/>
            <a:ext cx="368489" cy="10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아래쪽 화살표 8"/>
          <p:cNvSpPr/>
          <p:nvPr/>
        </p:nvSpPr>
        <p:spPr>
          <a:xfrm>
            <a:off x="5008109" y="1194976"/>
            <a:ext cx="102358" cy="3957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224044" y="1159468"/>
            <a:ext cx="84163" cy="1114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>
            <a:off x="8247679" y="1283687"/>
            <a:ext cx="45719" cy="818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아래쪽 화살표 11"/>
          <p:cNvSpPr/>
          <p:nvPr/>
        </p:nvSpPr>
        <p:spPr>
          <a:xfrm>
            <a:off x="4733262" y="1057495"/>
            <a:ext cx="45719" cy="1953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30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1" t="17361" r="4447" b="19139"/>
          <a:stretch/>
        </p:blipFill>
        <p:spPr>
          <a:xfrm>
            <a:off x="190500" y="180974"/>
            <a:ext cx="11648233" cy="636270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149433" y="2559132"/>
            <a:ext cx="368136" cy="64126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4" name="아래쪽 화살표 3"/>
          <p:cNvSpPr/>
          <p:nvPr/>
        </p:nvSpPr>
        <p:spPr>
          <a:xfrm>
            <a:off x="2327564" y="3200399"/>
            <a:ext cx="80870" cy="18228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오른쪽 화살표 4"/>
          <p:cNvSpPr/>
          <p:nvPr/>
        </p:nvSpPr>
        <p:spPr>
          <a:xfrm>
            <a:off x="2357252" y="4952010"/>
            <a:ext cx="978408" cy="89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02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이상민</dc:creator>
  <cp:lastModifiedBy>이상민</cp:lastModifiedBy>
  <cp:revision>16</cp:revision>
  <dcterms:created xsi:type="dcterms:W3CDTF">2017-05-11T01:53:14Z</dcterms:created>
  <dcterms:modified xsi:type="dcterms:W3CDTF">2017-09-12T10:01:51Z</dcterms:modified>
</cp:coreProperties>
</file>