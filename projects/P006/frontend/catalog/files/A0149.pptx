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4" r:id="rId2"/>
    <p:sldId id="267" r:id="rId3"/>
    <p:sldId id="271" r:id="rId4"/>
    <p:sldId id="260" r:id="rId5"/>
    <p:sldId id="269" r:id="rId6"/>
    <p:sldId id="268" r:id="rId7"/>
    <p:sldId id="270" r:id="rId8"/>
  </p:sldIdLst>
  <p:sldSz cx="12192000" cy="7920038"/>
  <p:notesSz cx="6807200" cy="99393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9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635"/>
    <a:srgbClr val="FFBC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9" d="100"/>
          <a:sy n="99" d="100"/>
        </p:scale>
        <p:origin x="972" y="96"/>
      </p:cViewPr>
      <p:guideLst>
        <p:guide orient="horz" pos="249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296173"/>
            <a:ext cx="10363200" cy="2757347"/>
          </a:xfrm>
        </p:spPr>
        <p:txBody>
          <a:bodyPr anchor="b"/>
          <a:lstStyle>
            <a:lvl1pPr algn="ctr">
              <a:defRPr sz="692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159854"/>
            <a:ext cx="9144000" cy="1912175"/>
          </a:xfrm>
        </p:spPr>
        <p:txBody>
          <a:bodyPr/>
          <a:lstStyle>
            <a:lvl1pPr marL="0" indent="0" algn="ctr">
              <a:buNone/>
              <a:defRPr sz="2772"/>
            </a:lvl1pPr>
            <a:lvl2pPr marL="528020" indent="0" algn="ctr">
              <a:buNone/>
              <a:defRPr sz="2310"/>
            </a:lvl2pPr>
            <a:lvl3pPr marL="1056041" indent="0" algn="ctr">
              <a:buNone/>
              <a:defRPr sz="2079"/>
            </a:lvl3pPr>
            <a:lvl4pPr marL="1584061" indent="0" algn="ctr">
              <a:buNone/>
              <a:defRPr sz="1848"/>
            </a:lvl4pPr>
            <a:lvl5pPr marL="2112081" indent="0" algn="ctr">
              <a:buNone/>
              <a:defRPr sz="1848"/>
            </a:lvl5pPr>
            <a:lvl6pPr marL="2640101" indent="0" algn="ctr">
              <a:buNone/>
              <a:defRPr sz="1848"/>
            </a:lvl6pPr>
            <a:lvl7pPr marL="3168122" indent="0" algn="ctr">
              <a:buNone/>
              <a:defRPr sz="1848"/>
            </a:lvl7pPr>
            <a:lvl8pPr marL="3696142" indent="0" algn="ctr">
              <a:buNone/>
              <a:defRPr sz="1848"/>
            </a:lvl8pPr>
            <a:lvl9pPr marL="4224162" indent="0" algn="ctr">
              <a:buNone/>
              <a:defRPr sz="1848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pPr/>
              <a:t>2019-07-01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0070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pPr/>
              <a:t>2019-07-01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7661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974512"/>
            <a:ext cx="10515600" cy="3294515"/>
          </a:xfrm>
        </p:spPr>
        <p:txBody>
          <a:bodyPr anchor="b"/>
          <a:lstStyle>
            <a:lvl1pPr>
              <a:defRPr sz="692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5300194"/>
            <a:ext cx="10515600" cy="1732508"/>
          </a:xfrm>
        </p:spPr>
        <p:txBody>
          <a:bodyPr/>
          <a:lstStyle>
            <a:lvl1pPr marL="0" indent="0">
              <a:buNone/>
              <a:defRPr sz="2772">
                <a:solidFill>
                  <a:schemeClr val="tx1"/>
                </a:solidFill>
              </a:defRPr>
            </a:lvl1pPr>
            <a:lvl2pPr marL="528020" indent="0">
              <a:buNone/>
              <a:defRPr sz="2310">
                <a:solidFill>
                  <a:schemeClr val="tx1">
                    <a:tint val="75000"/>
                  </a:schemeClr>
                </a:solidFill>
              </a:defRPr>
            </a:lvl2pPr>
            <a:lvl3pPr marL="1056041" indent="0">
              <a:buNone/>
              <a:defRPr sz="2079">
                <a:solidFill>
                  <a:schemeClr val="tx1">
                    <a:tint val="75000"/>
                  </a:schemeClr>
                </a:solidFill>
              </a:defRPr>
            </a:lvl3pPr>
            <a:lvl4pPr marL="1584061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4pPr>
            <a:lvl5pPr marL="2112081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5pPr>
            <a:lvl6pPr marL="2640101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6pPr>
            <a:lvl7pPr marL="3168122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7pPr>
            <a:lvl8pPr marL="3696142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8pPr>
            <a:lvl9pPr marL="4224162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pPr/>
              <a:t>2019-07-01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5713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108344"/>
            <a:ext cx="5181600" cy="5025191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08344"/>
            <a:ext cx="5181600" cy="5025191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pPr/>
              <a:t>2019-07-01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9428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21671"/>
            <a:ext cx="10515600" cy="153084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941510"/>
            <a:ext cx="5157787" cy="951504"/>
          </a:xfrm>
        </p:spPr>
        <p:txBody>
          <a:bodyPr anchor="b"/>
          <a:lstStyle>
            <a:lvl1pPr marL="0" indent="0">
              <a:buNone/>
              <a:defRPr sz="2772" b="1"/>
            </a:lvl1pPr>
            <a:lvl2pPr marL="528020" indent="0">
              <a:buNone/>
              <a:defRPr sz="2310" b="1"/>
            </a:lvl2pPr>
            <a:lvl3pPr marL="1056041" indent="0">
              <a:buNone/>
              <a:defRPr sz="2079" b="1"/>
            </a:lvl3pPr>
            <a:lvl4pPr marL="1584061" indent="0">
              <a:buNone/>
              <a:defRPr sz="1848" b="1"/>
            </a:lvl4pPr>
            <a:lvl5pPr marL="2112081" indent="0">
              <a:buNone/>
              <a:defRPr sz="1848" b="1"/>
            </a:lvl5pPr>
            <a:lvl6pPr marL="2640101" indent="0">
              <a:buNone/>
              <a:defRPr sz="1848" b="1"/>
            </a:lvl6pPr>
            <a:lvl7pPr marL="3168122" indent="0">
              <a:buNone/>
              <a:defRPr sz="1848" b="1"/>
            </a:lvl7pPr>
            <a:lvl8pPr marL="3696142" indent="0">
              <a:buNone/>
              <a:defRPr sz="1848" b="1"/>
            </a:lvl8pPr>
            <a:lvl9pPr marL="4224162" indent="0">
              <a:buNone/>
              <a:defRPr sz="1848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893014"/>
            <a:ext cx="5157787" cy="42551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941510"/>
            <a:ext cx="5183188" cy="951504"/>
          </a:xfrm>
        </p:spPr>
        <p:txBody>
          <a:bodyPr anchor="b"/>
          <a:lstStyle>
            <a:lvl1pPr marL="0" indent="0">
              <a:buNone/>
              <a:defRPr sz="2772" b="1"/>
            </a:lvl1pPr>
            <a:lvl2pPr marL="528020" indent="0">
              <a:buNone/>
              <a:defRPr sz="2310" b="1"/>
            </a:lvl2pPr>
            <a:lvl3pPr marL="1056041" indent="0">
              <a:buNone/>
              <a:defRPr sz="2079" b="1"/>
            </a:lvl3pPr>
            <a:lvl4pPr marL="1584061" indent="0">
              <a:buNone/>
              <a:defRPr sz="1848" b="1"/>
            </a:lvl4pPr>
            <a:lvl5pPr marL="2112081" indent="0">
              <a:buNone/>
              <a:defRPr sz="1848" b="1"/>
            </a:lvl5pPr>
            <a:lvl6pPr marL="2640101" indent="0">
              <a:buNone/>
              <a:defRPr sz="1848" b="1"/>
            </a:lvl6pPr>
            <a:lvl7pPr marL="3168122" indent="0">
              <a:buNone/>
              <a:defRPr sz="1848" b="1"/>
            </a:lvl7pPr>
            <a:lvl8pPr marL="3696142" indent="0">
              <a:buNone/>
              <a:defRPr sz="1848" b="1"/>
            </a:lvl8pPr>
            <a:lvl9pPr marL="4224162" indent="0">
              <a:buNone/>
              <a:defRPr sz="1848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893014"/>
            <a:ext cx="5183188" cy="42551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pPr/>
              <a:t>2019-07-01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7141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pPr/>
              <a:t>2019-07-01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103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pPr/>
              <a:t>2019-07-01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8469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28002"/>
            <a:ext cx="3932237" cy="1848009"/>
          </a:xfrm>
        </p:spPr>
        <p:txBody>
          <a:bodyPr anchor="b"/>
          <a:lstStyle>
            <a:lvl1pPr>
              <a:defRPr sz="369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140341"/>
            <a:ext cx="6172200" cy="5628360"/>
          </a:xfrm>
        </p:spPr>
        <p:txBody>
          <a:bodyPr/>
          <a:lstStyle>
            <a:lvl1pPr>
              <a:defRPr sz="3696"/>
            </a:lvl1pPr>
            <a:lvl2pPr>
              <a:defRPr sz="3234"/>
            </a:lvl2pPr>
            <a:lvl3pPr>
              <a:defRPr sz="2772"/>
            </a:lvl3pPr>
            <a:lvl4pPr>
              <a:defRPr sz="2310"/>
            </a:lvl4pPr>
            <a:lvl5pPr>
              <a:defRPr sz="2310"/>
            </a:lvl5pPr>
            <a:lvl6pPr>
              <a:defRPr sz="2310"/>
            </a:lvl6pPr>
            <a:lvl7pPr>
              <a:defRPr sz="2310"/>
            </a:lvl7pPr>
            <a:lvl8pPr>
              <a:defRPr sz="2310"/>
            </a:lvl8pPr>
            <a:lvl9pPr>
              <a:defRPr sz="231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376011"/>
            <a:ext cx="3932237" cy="4401855"/>
          </a:xfrm>
        </p:spPr>
        <p:txBody>
          <a:bodyPr/>
          <a:lstStyle>
            <a:lvl1pPr marL="0" indent="0">
              <a:buNone/>
              <a:defRPr sz="1848"/>
            </a:lvl1pPr>
            <a:lvl2pPr marL="528020" indent="0">
              <a:buNone/>
              <a:defRPr sz="1617"/>
            </a:lvl2pPr>
            <a:lvl3pPr marL="1056041" indent="0">
              <a:buNone/>
              <a:defRPr sz="1386"/>
            </a:lvl3pPr>
            <a:lvl4pPr marL="1584061" indent="0">
              <a:buNone/>
              <a:defRPr sz="1155"/>
            </a:lvl4pPr>
            <a:lvl5pPr marL="2112081" indent="0">
              <a:buNone/>
              <a:defRPr sz="1155"/>
            </a:lvl5pPr>
            <a:lvl6pPr marL="2640101" indent="0">
              <a:buNone/>
              <a:defRPr sz="1155"/>
            </a:lvl6pPr>
            <a:lvl7pPr marL="3168122" indent="0">
              <a:buNone/>
              <a:defRPr sz="1155"/>
            </a:lvl7pPr>
            <a:lvl8pPr marL="3696142" indent="0">
              <a:buNone/>
              <a:defRPr sz="1155"/>
            </a:lvl8pPr>
            <a:lvl9pPr marL="4224162" indent="0">
              <a:buNone/>
              <a:defRPr sz="1155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pPr/>
              <a:t>2019-07-01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1680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28002"/>
            <a:ext cx="3932237" cy="1848009"/>
          </a:xfrm>
        </p:spPr>
        <p:txBody>
          <a:bodyPr anchor="b"/>
          <a:lstStyle>
            <a:lvl1pPr>
              <a:defRPr sz="369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140341"/>
            <a:ext cx="6172200" cy="5628360"/>
          </a:xfrm>
        </p:spPr>
        <p:txBody>
          <a:bodyPr anchor="t"/>
          <a:lstStyle>
            <a:lvl1pPr marL="0" indent="0">
              <a:buNone/>
              <a:defRPr sz="3696"/>
            </a:lvl1pPr>
            <a:lvl2pPr marL="528020" indent="0">
              <a:buNone/>
              <a:defRPr sz="3234"/>
            </a:lvl2pPr>
            <a:lvl3pPr marL="1056041" indent="0">
              <a:buNone/>
              <a:defRPr sz="2772"/>
            </a:lvl3pPr>
            <a:lvl4pPr marL="1584061" indent="0">
              <a:buNone/>
              <a:defRPr sz="2310"/>
            </a:lvl4pPr>
            <a:lvl5pPr marL="2112081" indent="0">
              <a:buNone/>
              <a:defRPr sz="2310"/>
            </a:lvl5pPr>
            <a:lvl6pPr marL="2640101" indent="0">
              <a:buNone/>
              <a:defRPr sz="2310"/>
            </a:lvl6pPr>
            <a:lvl7pPr marL="3168122" indent="0">
              <a:buNone/>
              <a:defRPr sz="2310"/>
            </a:lvl7pPr>
            <a:lvl8pPr marL="3696142" indent="0">
              <a:buNone/>
              <a:defRPr sz="2310"/>
            </a:lvl8pPr>
            <a:lvl9pPr marL="4224162" indent="0">
              <a:buNone/>
              <a:defRPr sz="231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376011"/>
            <a:ext cx="3932237" cy="4401855"/>
          </a:xfrm>
        </p:spPr>
        <p:txBody>
          <a:bodyPr/>
          <a:lstStyle>
            <a:lvl1pPr marL="0" indent="0">
              <a:buNone/>
              <a:defRPr sz="1848"/>
            </a:lvl1pPr>
            <a:lvl2pPr marL="528020" indent="0">
              <a:buNone/>
              <a:defRPr sz="1617"/>
            </a:lvl2pPr>
            <a:lvl3pPr marL="1056041" indent="0">
              <a:buNone/>
              <a:defRPr sz="1386"/>
            </a:lvl3pPr>
            <a:lvl4pPr marL="1584061" indent="0">
              <a:buNone/>
              <a:defRPr sz="1155"/>
            </a:lvl4pPr>
            <a:lvl5pPr marL="2112081" indent="0">
              <a:buNone/>
              <a:defRPr sz="1155"/>
            </a:lvl5pPr>
            <a:lvl6pPr marL="2640101" indent="0">
              <a:buNone/>
              <a:defRPr sz="1155"/>
            </a:lvl6pPr>
            <a:lvl7pPr marL="3168122" indent="0">
              <a:buNone/>
              <a:defRPr sz="1155"/>
            </a:lvl7pPr>
            <a:lvl8pPr marL="3696142" indent="0">
              <a:buNone/>
              <a:defRPr sz="1155"/>
            </a:lvl8pPr>
            <a:lvl9pPr marL="4224162" indent="0">
              <a:buNone/>
              <a:defRPr sz="1155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pPr/>
              <a:t>2019-07-01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2029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pPr/>
              <a:t>2019-07-01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4972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21669"/>
            <a:ext cx="2628900" cy="6711866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21669"/>
            <a:ext cx="7734300" cy="6711866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pPr/>
              <a:t>2019-07-01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923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21671"/>
            <a:ext cx="10515600" cy="1530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108344"/>
            <a:ext cx="10515600" cy="5025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7340703"/>
            <a:ext cx="2743200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B15396-234A-46CF-81E4-34292D7D699B}" type="datetimeFigureOut">
              <a:rPr lang="ko-KR" altLang="en-US" smtClean="0"/>
              <a:pPr/>
              <a:t>2019-07-01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7340703"/>
            <a:ext cx="4114800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7340703"/>
            <a:ext cx="2743200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D3B494-96E2-46B2-BEE1-DD9C956DB14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0397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56041" rtl="0" eaLnBrk="1" latinLnBrk="1" hangingPunct="1">
        <a:lnSpc>
          <a:spcPct val="90000"/>
        </a:lnSpc>
        <a:spcBef>
          <a:spcPct val="0"/>
        </a:spcBef>
        <a:buNone/>
        <a:defRPr sz="508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4010" indent="-264010" algn="l" defTabSz="1056041" rtl="0" eaLnBrk="1" latinLnBrk="1" hangingPunct="1">
        <a:lnSpc>
          <a:spcPct val="90000"/>
        </a:lnSpc>
        <a:spcBef>
          <a:spcPts val="1155"/>
        </a:spcBef>
        <a:buFont typeface="Arial" panose="020B0604020202020204" pitchFamily="34" charset="0"/>
        <a:buChar char="•"/>
        <a:defRPr sz="3234" kern="1200">
          <a:solidFill>
            <a:schemeClr val="tx1"/>
          </a:solidFill>
          <a:latin typeface="+mn-lt"/>
          <a:ea typeface="+mn-ea"/>
          <a:cs typeface="+mn-cs"/>
        </a:defRPr>
      </a:lvl1pPr>
      <a:lvl2pPr marL="792030" indent="-264010" algn="l" defTabSz="1056041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772" kern="1200">
          <a:solidFill>
            <a:schemeClr val="tx1"/>
          </a:solidFill>
          <a:latin typeface="+mn-lt"/>
          <a:ea typeface="+mn-ea"/>
          <a:cs typeface="+mn-cs"/>
        </a:defRPr>
      </a:lvl2pPr>
      <a:lvl3pPr marL="1320051" indent="-264010" algn="l" defTabSz="1056041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310" kern="1200">
          <a:solidFill>
            <a:schemeClr val="tx1"/>
          </a:solidFill>
          <a:latin typeface="+mn-lt"/>
          <a:ea typeface="+mn-ea"/>
          <a:cs typeface="+mn-cs"/>
        </a:defRPr>
      </a:lvl3pPr>
      <a:lvl4pPr marL="1848071" indent="-264010" algn="l" defTabSz="1056041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4pPr>
      <a:lvl5pPr marL="2376091" indent="-264010" algn="l" defTabSz="1056041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5pPr>
      <a:lvl6pPr marL="2904112" indent="-264010" algn="l" defTabSz="1056041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6pPr>
      <a:lvl7pPr marL="3432132" indent="-264010" algn="l" defTabSz="1056041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7pPr>
      <a:lvl8pPr marL="3960152" indent="-264010" algn="l" defTabSz="1056041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8pPr>
      <a:lvl9pPr marL="4488172" indent="-264010" algn="l" defTabSz="1056041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6041" rtl="0" eaLnBrk="1" latinLnBrk="1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1pPr>
      <a:lvl2pPr marL="528020" algn="l" defTabSz="1056041" rtl="0" eaLnBrk="1" latinLnBrk="1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2pPr>
      <a:lvl3pPr marL="1056041" algn="l" defTabSz="1056041" rtl="0" eaLnBrk="1" latinLnBrk="1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3pPr>
      <a:lvl4pPr marL="1584061" algn="l" defTabSz="1056041" rtl="0" eaLnBrk="1" latinLnBrk="1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4pPr>
      <a:lvl5pPr marL="2112081" algn="l" defTabSz="1056041" rtl="0" eaLnBrk="1" latinLnBrk="1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5pPr>
      <a:lvl6pPr marL="2640101" algn="l" defTabSz="1056041" rtl="0" eaLnBrk="1" latinLnBrk="1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6pPr>
      <a:lvl7pPr marL="3168122" algn="l" defTabSz="1056041" rtl="0" eaLnBrk="1" latinLnBrk="1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7pPr>
      <a:lvl8pPr marL="3696142" algn="l" defTabSz="1056041" rtl="0" eaLnBrk="1" latinLnBrk="1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8pPr>
      <a:lvl9pPr marL="4224162" algn="l" defTabSz="1056041" rtl="0" eaLnBrk="1" latinLnBrk="1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33624" y="2821971"/>
            <a:ext cx="8143875" cy="1530841"/>
          </a:xfrm>
        </p:spPr>
        <p:txBody>
          <a:bodyPr>
            <a:normAutofit/>
          </a:bodyPr>
          <a:lstStyle/>
          <a:p>
            <a:r>
              <a:rPr lang="ko-KR" altLang="en-US"/>
              <a:t>우수</a:t>
            </a:r>
            <a:r>
              <a:rPr lang="en-US" altLang="ko-KR"/>
              <a:t>CASCO</a:t>
            </a:r>
            <a:br>
              <a:rPr lang="en-US" altLang="ko-KR"/>
            </a:br>
            <a:r>
              <a:rPr lang="ko-KR" altLang="en-US"/>
              <a:t>네트워크 레이아웃</a:t>
            </a:r>
          </a:p>
        </p:txBody>
      </p:sp>
    </p:spTree>
    <p:extLst>
      <p:ext uri="{BB962C8B-B14F-4D97-AF65-F5344CB8AC3E}">
        <p14:creationId xmlns:p14="http://schemas.microsoft.com/office/powerpoint/2010/main" val="4120269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485" y="793002"/>
            <a:ext cx="5936403" cy="6654450"/>
          </a:xfrm>
          <a:prstGeom prst="rect">
            <a:avLst/>
          </a:prstGeom>
        </p:spPr>
      </p:pic>
      <p:graphicFrame>
        <p:nvGraphicFramePr>
          <p:cNvPr id="34" name="표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9051865"/>
              </p:ext>
            </p:extLst>
          </p:nvPr>
        </p:nvGraphicFramePr>
        <p:xfrm>
          <a:off x="8906200" y="927712"/>
          <a:ext cx="1512570" cy="47121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6285">
                  <a:extLst>
                    <a:ext uri="{9D8B030D-6E8A-4147-A177-3AD203B41FA5}">
                      <a16:colId xmlns:a16="http://schemas.microsoft.com/office/drawing/2014/main" val="2919102175"/>
                    </a:ext>
                  </a:extLst>
                </a:gridCol>
                <a:gridCol w="756285">
                  <a:extLst>
                    <a:ext uri="{9D8B030D-6E8A-4147-A177-3AD203B41FA5}">
                      <a16:colId xmlns:a16="http://schemas.microsoft.com/office/drawing/2014/main" val="2704467390"/>
                    </a:ext>
                  </a:extLst>
                </a:gridCol>
              </a:tblGrid>
              <a:tr h="3578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/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/>
                        <a:t>기호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793032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/>
                        <a:t>UTP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6543583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/>
                        <a:t>STP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355155"/>
                  </a:ext>
                </a:extLst>
              </a:tr>
              <a:tr h="4411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/>
                        <a:t>전기케이블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976640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/>
                        <a:t>HI-BOX</a:t>
                      </a:r>
                    </a:p>
                    <a:p>
                      <a:pPr algn="ctr" latinLnBrk="1"/>
                      <a:r>
                        <a:rPr lang="en-US" altLang="ko-KR" sz="1200" b="1"/>
                        <a:t>(</a:t>
                      </a:r>
                      <a:r>
                        <a:rPr lang="ko-KR" altLang="en-US" sz="1200" b="1"/>
                        <a:t>허브</a:t>
                      </a:r>
                      <a:r>
                        <a:rPr lang="en-US" altLang="ko-KR" sz="1200" b="1"/>
                        <a:t>)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526003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/>
                        <a:t>공유기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1054381"/>
                  </a:ext>
                </a:extLst>
              </a:tr>
              <a:tr h="4411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/>
                        <a:t>무선</a:t>
                      </a:r>
                      <a:r>
                        <a:rPr lang="en-US" altLang="ko-KR" sz="1200" b="1"/>
                        <a:t>AP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245163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/>
                        <a:t>iptime</a:t>
                      </a:r>
                    </a:p>
                    <a:p>
                      <a:pPr algn="ctr" latinLnBrk="1"/>
                      <a:r>
                        <a:rPr lang="en-US" altLang="ko-KR" sz="1200" b="1"/>
                        <a:t>(8port)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5588136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/>
                        <a:t>기타</a:t>
                      </a:r>
                      <a:r>
                        <a:rPr lang="en-US" altLang="ko-KR" sz="1200" b="1"/>
                        <a:t>.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218675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/>
                        <a:t>Point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0689422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Main</a:t>
                      </a:r>
                    </a:p>
                    <a:p>
                      <a:pPr algn="ctr" latinLnBrk="1"/>
                      <a:r>
                        <a:rPr lang="ko-KR" altLang="en-US" sz="1200"/>
                        <a:t>공유기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07085"/>
                  </a:ext>
                </a:extLst>
              </a:tr>
            </a:tbl>
          </a:graphicData>
        </a:graphic>
      </p:graphicFrame>
      <p:cxnSp>
        <p:nvCxnSpPr>
          <p:cNvPr id="24" name="직선 연결선 23"/>
          <p:cNvCxnSpPr/>
          <p:nvPr/>
        </p:nvCxnSpPr>
        <p:spPr>
          <a:xfrm flipV="1">
            <a:off x="9698628" y="1465278"/>
            <a:ext cx="700213" cy="762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>
            <a:stCxn id="64" idx="0"/>
            <a:endCxn id="88" idx="0"/>
          </p:cNvCxnSpPr>
          <p:nvPr/>
        </p:nvCxnSpPr>
        <p:spPr>
          <a:xfrm flipH="1" flipV="1">
            <a:off x="9414382" y="7757782"/>
            <a:ext cx="329567" cy="1403235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 flipV="1">
            <a:off x="9698628" y="2303928"/>
            <a:ext cx="700213" cy="762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>
            <a:stCxn id="60" idx="1"/>
            <a:endCxn id="64" idx="0"/>
          </p:cNvCxnSpPr>
          <p:nvPr/>
        </p:nvCxnSpPr>
        <p:spPr>
          <a:xfrm flipH="1">
            <a:off x="9743949" y="7781576"/>
            <a:ext cx="1485304" cy="1379441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/>
          <p:cNvCxnSpPr/>
          <p:nvPr/>
        </p:nvCxnSpPr>
        <p:spPr>
          <a:xfrm flipV="1">
            <a:off x="9698628" y="1875950"/>
            <a:ext cx="700213" cy="762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그림 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8001" y="3512842"/>
            <a:ext cx="338850" cy="326748"/>
          </a:xfrm>
          <a:prstGeom prst="rect">
            <a:avLst/>
          </a:prstGeom>
        </p:spPr>
      </p:pic>
      <p:pic>
        <p:nvPicPr>
          <p:cNvPr id="42" name="그림 4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8993" y="3047960"/>
            <a:ext cx="492987" cy="374464"/>
          </a:xfrm>
          <a:prstGeom prst="rect">
            <a:avLst/>
          </a:prstGeom>
        </p:spPr>
      </p:pic>
      <p:grpSp>
        <p:nvGrpSpPr>
          <p:cNvPr id="55" name="그룹 54"/>
          <p:cNvGrpSpPr/>
          <p:nvPr/>
        </p:nvGrpSpPr>
        <p:grpSpPr>
          <a:xfrm>
            <a:off x="9724910" y="2606440"/>
            <a:ext cx="528114" cy="343845"/>
            <a:chOff x="5831943" y="1411165"/>
            <a:chExt cx="528114" cy="343845"/>
          </a:xfrm>
        </p:grpSpPr>
        <p:pic>
          <p:nvPicPr>
            <p:cNvPr id="56" name="그림 55"/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rgbClr val="C00000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5960793" y="1411165"/>
              <a:ext cx="270414" cy="343845"/>
            </a:xfrm>
            <a:prstGeom prst="rect">
              <a:avLst/>
            </a:prstGeom>
          </p:spPr>
        </p:pic>
        <p:sp>
          <p:nvSpPr>
            <p:cNvPr id="57" name="TextBox 56"/>
            <p:cNvSpPr txBox="1"/>
            <p:nvPr/>
          </p:nvSpPr>
          <p:spPr>
            <a:xfrm>
              <a:off x="5831943" y="1527294"/>
              <a:ext cx="528114" cy="138499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900" b="1"/>
                <a:t>NO. x-xx</a:t>
              </a:r>
              <a:endParaRPr lang="ko-KR" altLang="en-US" sz="900" b="1"/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300263" y="301860"/>
            <a:ext cx="721496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/>
              <a:t>우수 </a:t>
            </a:r>
            <a:r>
              <a:rPr lang="en-US" altLang="ko-KR"/>
              <a:t>CASCO </a:t>
            </a:r>
            <a:r>
              <a:rPr lang="ko-KR" altLang="en-US"/>
              <a:t>네트워크 구성도 </a:t>
            </a:r>
            <a:r>
              <a:rPr lang="en-US" altLang="ko-KR"/>
              <a:t>(1~4</a:t>
            </a:r>
            <a:r>
              <a:rPr lang="ko-KR" altLang="en-US"/>
              <a:t>호기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62" name="TextBox 61"/>
          <p:cNvSpPr txBox="1"/>
          <p:nvPr/>
        </p:nvSpPr>
        <p:spPr>
          <a:xfrm>
            <a:off x="9010738" y="423698"/>
            <a:ext cx="1375779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/>
              <a:t>PAGE 1/5</a:t>
            </a:r>
            <a:endParaRPr lang="ko-KR" altLang="en-US"/>
          </a:p>
        </p:txBody>
      </p:sp>
      <p:grpSp>
        <p:nvGrpSpPr>
          <p:cNvPr id="63" name="그룹 62"/>
          <p:cNvGrpSpPr/>
          <p:nvPr/>
        </p:nvGrpSpPr>
        <p:grpSpPr>
          <a:xfrm>
            <a:off x="9479892" y="9161017"/>
            <a:ext cx="528114" cy="343845"/>
            <a:chOff x="5831943" y="1411165"/>
            <a:chExt cx="528114" cy="343845"/>
          </a:xfrm>
        </p:grpSpPr>
        <p:pic>
          <p:nvPicPr>
            <p:cNvPr id="64" name="그림 63"/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rgbClr val="C00000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5960793" y="1411165"/>
              <a:ext cx="270414" cy="343845"/>
            </a:xfrm>
            <a:prstGeom prst="rect">
              <a:avLst/>
            </a:prstGeom>
          </p:spPr>
        </p:pic>
        <p:sp>
          <p:nvSpPr>
            <p:cNvPr id="65" name="TextBox 64"/>
            <p:cNvSpPr txBox="1"/>
            <p:nvPr/>
          </p:nvSpPr>
          <p:spPr>
            <a:xfrm>
              <a:off x="5831943" y="1527294"/>
              <a:ext cx="528114" cy="138499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900" b="1"/>
                <a:t>NO. 1-01</a:t>
              </a:r>
              <a:endParaRPr lang="ko-KR" altLang="en-US" sz="900" b="1"/>
            </a:p>
          </p:txBody>
        </p:sp>
      </p:grpSp>
      <p:cxnSp>
        <p:nvCxnSpPr>
          <p:cNvPr id="70" name="직선 연결선 69"/>
          <p:cNvCxnSpPr/>
          <p:nvPr/>
        </p:nvCxnSpPr>
        <p:spPr>
          <a:xfrm flipV="1">
            <a:off x="11289612" y="7382541"/>
            <a:ext cx="0" cy="343845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/>
          <p:cNvCxnSpPr/>
          <p:nvPr/>
        </p:nvCxnSpPr>
        <p:spPr>
          <a:xfrm flipV="1">
            <a:off x="9879156" y="9438376"/>
            <a:ext cx="283662" cy="5167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타원 86"/>
          <p:cNvSpPr/>
          <p:nvPr/>
        </p:nvSpPr>
        <p:spPr>
          <a:xfrm flipV="1">
            <a:off x="9949925" y="5291568"/>
            <a:ext cx="170723" cy="1561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3" name="타원 102"/>
          <p:cNvSpPr/>
          <p:nvPr/>
        </p:nvSpPr>
        <p:spPr>
          <a:xfrm flipV="1">
            <a:off x="9949925" y="4869490"/>
            <a:ext cx="170723" cy="1561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4" name="타원 53"/>
          <p:cNvSpPr/>
          <p:nvPr/>
        </p:nvSpPr>
        <p:spPr>
          <a:xfrm flipV="1">
            <a:off x="10077457" y="9266262"/>
            <a:ext cx="170723" cy="1561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9" name="타원 58"/>
          <p:cNvSpPr/>
          <p:nvPr/>
        </p:nvSpPr>
        <p:spPr>
          <a:xfrm flipV="1">
            <a:off x="9940648" y="4027450"/>
            <a:ext cx="170723" cy="1561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0" name="타원 59"/>
          <p:cNvSpPr/>
          <p:nvPr/>
        </p:nvSpPr>
        <p:spPr>
          <a:xfrm flipV="1">
            <a:off x="11204251" y="7648336"/>
            <a:ext cx="170723" cy="1561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1" name="TextBox 60"/>
          <p:cNvSpPr txBox="1"/>
          <p:nvPr/>
        </p:nvSpPr>
        <p:spPr>
          <a:xfrm>
            <a:off x="11294763" y="7885887"/>
            <a:ext cx="528114" cy="1384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900" b="1"/>
              <a:t>1</a:t>
            </a:r>
            <a:r>
              <a:rPr lang="ko-KR" altLang="en-US" sz="900" b="1"/>
              <a:t>호기진공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135704" y="7244042"/>
            <a:ext cx="528114" cy="1384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터치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249056" y="9283863"/>
            <a:ext cx="528114" cy="138499"/>
          </a:xfrm>
          <a:prstGeom prst="rect">
            <a:avLst/>
          </a:prstGeom>
          <a:solidFill>
            <a:srgbClr val="00B0F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공</a:t>
            </a:r>
            <a:r>
              <a:rPr lang="en-US" altLang="ko-KR" sz="900" b="1"/>
              <a:t>8</a:t>
            </a:r>
            <a:endParaRPr lang="ko-KR" altLang="en-US" sz="900" b="1"/>
          </a:p>
        </p:txBody>
      </p:sp>
      <p:cxnSp>
        <p:nvCxnSpPr>
          <p:cNvPr id="77" name="직선 연결선 76"/>
          <p:cNvCxnSpPr/>
          <p:nvPr/>
        </p:nvCxnSpPr>
        <p:spPr>
          <a:xfrm flipH="1">
            <a:off x="9479892" y="9504862"/>
            <a:ext cx="264057" cy="174287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/>
          <p:cNvCxnSpPr>
            <a:stCxn id="64" idx="2"/>
          </p:cNvCxnSpPr>
          <p:nvPr/>
        </p:nvCxnSpPr>
        <p:spPr>
          <a:xfrm>
            <a:off x="9743949" y="9504862"/>
            <a:ext cx="437659" cy="150493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9215835" y="9651340"/>
            <a:ext cx="528114" cy="1384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보온로</a:t>
            </a:r>
            <a:r>
              <a:rPr lang="en-US" altLang="ko-KR" sz="900" b="1"/>
              <a:t>2</a:t>
            </a:r>
            <a:endParaRPr lang="ko-KR" altLang="en-US" sz="900" b="1"/>
          </a:p>
        </p:txBody>
      </p:sp>
      <p:sp>
        <p:nvSpPr>
          <p:cNvPr id="85" name="TextBox 84"/>
          <p:cNvSpPr txBox="1"/>
          <p:nvPr/>
        </p:nvSpPr>
        <p:spPr>
          <a:xfrm>
            <a:off x="9984999" y="9643091"/>
            <a:ext cx="528114" cy="1384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보온로</a:t>
            </a:r>
            <a:r>
              <a:rPr lang="en-US" altLang="ko-KR" sz="900" b="1"/>
              <a:t>1</a:t>
            </a:r>
            <a:endParaRPr lang="ko-KR" altLang="en-US" sz="900" b="1"/>
          </a:p>
        </p:txBody>
      </p:sp>
      <p:cxnSp>
        <p:nvCxnSpPr>
          <p:cNvPr id="86" name="직선 연결선 85"/>
          <p:cNvCxnSpPr/>
          <p:nvPr/>
        </p:nvCxnSpPr>
        <p:spPr>
          <a:xfrm flipV="1">
            <a:off x="9414381" y="7335887"/>
            <a:ext cx="0" cy="343845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타원 87"/>
          <p:cNvSpPr/>
          <p:nvPr/>
        </p:nvSpPr>
        <p:spPr>
          <a:xfrm flipV="1">
            <a:off x="9329020" y="7601682"/>
            <a:ext cx="170723" cy="1561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9" name="TextBox 88"/>
          <p:cNvSpPr txBox="1"/>
          <p:nvPr/>
        </p:nvSpPr>
        <p:spPr>
          <a:xfrm>
            <a:off x="9586084" y="7774191"/>
            <a:ext cx="528114" cy="1384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900" b="1"/>
              <a:t>2</a:t>
            </a:r>
            <a:r>
              <a:rPr lang="ko-KR" altLang="en-US" sz="900" b="1"/>
              <a:t>호기진공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260473" y="7197388"/>
            <a:ext cx="528114" cy="1384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터치</a:t>
            </a:r>
          </a:p>
        </p:txBody>
      </p:sp>
      <p:cxnSp>
        <p:nvCxnSpPr>
          <p:cNvPr id="92" name="직선 연결선 91"/>
          <p:cNvCxnSpPr>
            <a:stCxn id="89" idx="1"/>
            <a:endCxn id="88" idx="7"/>
          </p:cNvCxnSpPr>
          <p:nvPr/>
        </p:nvCxnSpPr>
        <p:spPr>
          <a:xfrm flipH="1" flipV="1">
            <a:off x="9474741" y="7734922"/>
            <a:ext cx="111343" cy="108519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/>
          <p:cNvCxnSpPr>
            <a:stCxn id="61" idx="0"/>
            <a:endCxn id="60" idx="7"/>
          </p:cNvCxnSpPr>
          <p:nvPr/>
        </p:nvCxnSpPr>
        <p:spPr>
          <a:xfrm flipH="1" flipV="1">
            <a:off x="11349972" y="7781576"/>
            <a:ext cx="208848" cy="104311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/>
          <p:cNvCxnSpPr>
            <a:stCxn id="100" idx="0"/>
            <a:endCxn id="124" idx="0"/>
          </p:cNvCxnSpPr>
          <p:nvPr/>
        </p:nvCxnSpPr>
        <p:spPr>
          <a:xfrm flipH="1" flipV="1">
            <a:off x="5614132" y="7757782"/>
            <a:ext cx="329567" cy="1403235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/>
          <p:cNvCxnSpPr>
            <a:stCxn id="114" idx="1"/>
          </p:cNvCxnSpPr>
          <p:nvPr/>
        </p:nvCxnSpPr>
        <p:spPr>
          <a:xfrm flipH="1" flipV="1">
            <a:off x="7021608" y="7381577"/>
            <a:ext cx="407395" cy="399999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" name="그룹 96"/>
          <p:cNvGrpSpPr/>
          <p:nvPr/>
        </p:nvGrpSpPr>
        <p:grpSpPr>
          <a:xfrm>
            <a:off x="5679642" y="9161017"/>
            <a:ext cx="528114" cy="343845"/>
            <a:chOff x="5831943" y="1411165"/>
            <a:chExt cx="528114" cy="343845"/>
          </a:xfrm>
        </p:grpSpPr>
        <p:pic>
          <p:nvPicPr>
            <p:cNvPr id="100" name="그림 99"/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rgbClr val="C00000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5960793" y="1411165"/>
              <a:ext cx="270414" cy="343845"/>
            </a:xfrm>
            <a:prstGeom prst="rect">
              <a:avLst/>
            </a:prstGeom>
          </p:spPr>
        </p:pic>
        <p:sp>
          <p:nvSpPr>
            <p:cNvPr id="101" name="TextBox 100"/>
            <p:cNvSpPr txBox="1"/>
            <p:nvPr/>
          </p:nvSpPr>
          <p:spPr>
            <a:xfrm>
              <a:off x="5831943" y="1527294"/>
              <a:ext cx="528114" cy="138499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900" b="1"/>
                <a:t>NO. 1-02</a:t>
              </a:r>
              <a:endParaRPr lang="ko-KR" altLang="en-US" sz="900" b="1"/>
            </a:p>
          </p:txBody>
        </p:sp>
      </p:grpSp>
      <p:cxnSp>
        <p:nvCxnSpPr>
          <p:cNvPr id="102" name="직선 연결선 101"/>
          <p:cNvCxnSpPr/>
          <p:nvPr/>
        </p:nvCxnSpPr>
        <p:spPr>
          <a:xfrm flipV="1">
            <a:off x="7489362" y="7382541"/>
            <a:ext cx="0" cy="343845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/>
          <p:cNvCxnSpPr/>
          <p:nvPr/>
        </p:nvCxnSpPr>
        <p:spPr>
          <a:xfrm flipV="1">
            <a:off x="6078906" y="9438376"/>
            <a:ext cx="283662" cy="5167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타원 112"/>
          <p:cNvSpPr/>
          <p:nvPr/>
        </p:nvSpPr>
        <p:spPr>
          <a:xfrm flipV="1">
            <a:off x="6277207" y="9266262"/>
            <a:ext cx="170723" cy="1561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14" name="타원 113"/>
          <p:cNvSpPr/>
          <p:nvPr/>
        </p:nvSpPr>
        <p:spPr>
          <a:xfrm flipV="1">
            <a:off x="7404001" y="7648336"/>
            <a:ext cx="170723" cy="1561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15" name="TextBox 114"/>
          <p:cNvSpPr txBox="1"/>
          <p:nvPr/>
        </p:nvSpPr>
        <p:spPr>
          <a:xfrm>
            <a:off x="7494513" y="7885887"/>
            <a:ext cx="528114" cy="1384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900" b="1"/>
              <a:t>3</a:t>
            </a:r>
            <a:r>
              <a:rPr lang="ko-KR" altLang="en-US" sz="900" b="1"/>
              <a:t>호기진공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335454" y="7244042"/>
            <a:ext cx="528114" cy="1384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터치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448806" y="9283863"/>
            <a:ext cx="528114" cy="138499"/>
          </a:xfrm>
          <a:prstGeom prst="rect">
            <a:avLst/>
          </a:prstGeom>
          <a:solidFill>
            <a:srgbClr val="00B0F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공</a:t>
            </a:r>
            <a:r>
              <a:rPr lang="en-US" altLang="ko-KR" sz="900" b="1"/>
              <a:t>9</a:t>
            </a:r>
            <a:endParaRPr lang="ko-KR" altLang="en-US" sz="900" b="1"/>
          </a:p>
        </p:txBody>
      </p:sp>
      <p:cxnSp>
        <p:nvCxnSpPr>
          <p:cNvPr id="118" name="직선 연결선 117"/>
          <p:cNvCxnSpPr/>
          <p:nvPr/>
        </p:nvCxnSpPr>
        <p:spPr>
          <a:xfrm flipH="1">
            <a:off x="5679642" y="9504862"/>
            <a:ext cx="264057" cy="174287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연결선 118"/>
          <p:cNvCxnSpPr>
            <a:stCxn id="100" idx="2"/>
          </p:cNvCxnSpPr>
          <p:nvPr/>
        </p:nvCxnSpPr>
        <p:spPr>
          <a:xfrm>
            <a:off x="5943699" y="9504862"/>
            <a:ext cx="437659" cy="150493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5415585" y="9651340"/>
            <a:ext cx="528114" cy="1384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보온로</a:t>
            </a:r>
            <a:r>
              <a:rPr lang="en-US" altLang="ko-KR" sz="900" b="1"/>
              <a:t>4</a:t>
            </a:r>
            <a:endParaRPr lang="ko-KR" altLang="en-US" sz="900" b="1"/>
          </a:p>
        </p:txBody>
      </p:sp>
      <p:sp>
        <p:nvSpPr>
          <p:cNvPr id="122" name="TextBox 121"/>
          <p:cNvSpPr txBox="1"/>
          <p:nvPr/>
        </p:nvSpPr>
        <p:spPr>
          <a:xfrm>
            <a:off x="6184749" y="9643091"/>
            <a:ext cx="528114" cy="1384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보온로</a:t>
            </a:r>
            <a:r>
              <a:rPr lang="en-US" altLang="ko-KR" sz="900" b="1"/>
              <a:t>3</a:t>
            </a:r>
            <a:endParaRPr lang="ko-KR" altLang="en-US" sz="900" b="1"/>
          </a:p>
        </p:txBody>
      </p:sp>
      <p:cxnSp>
        <p:nvCxnSpPr>
          <p:cNvPr id="123" name="직선 연결선 122"/>
          <p:cNvCxnSpPr/>
          <p:nvPr/>
        </p:nvCxnSpPr>
        <p:spPr>
          <a:xfrm flipV="1">
            <a:off x="5614131" y="7335887"/>
            <a:ext cx="0" cy="343845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타원 123"/>
          <p:cNvSpPr/>
          <p:nvPr/>
        </p:nvSpPr>
        <p:spPr>
          <a:xfrm flipV="1">
            <a:off x="5528770" y="7601682"/>
            <a:ext cx="170723" cy="1561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25" name="TextBox 124"/>
          <p:cNvSpPr txBox="1"/>
          <p:nvPr/>
        </p:nvSpPr>
        <p:spPr>
          <a:xfrm>
            <a:off x="5785834" y="7774191"/>
            <a:ext cx="528114" cy="1384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900" b="1"/>
              <a:t>4</a:t>
            </a:r>
            <a:r>
              <a:rPr lang="ko-KR" altLang="en-US" sz="900" b="1"/>
              <a:t>호기진공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460223" y="7197388"/>
            <a:ext cx="528114" cy="1384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터치</a:t>
            </a:r>
          </a:p>
        </p:txBody>
      </p:sp>
      <p:cxnSp>
        <p:nvCxnSpPr>
          <p:cNvPr id="127" name="직선 연결선 126"/>
          <p:cNvCxnSpPr>
            <a:stCxn id="125" idx="1"/>
            <a:endCxn id="124" idx="7"/>
          </p:cNvCxnSpPr>
          <p:nvPr/>
        </p:nvCxnSpPr>
        <p:spPr>
          <a:xfrm flipH="1" flipV="1">
            <a:off x="5674491" y="7734922"/>
            <a:ext cx="111343" cy="108519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연결선 127"/>
          <p:cNvCxnSpPr>
            <a:stCxn id="115" idx="0"/>
            <a:endCxn id="114" idx="7"/>
          </p:cNvCxnSpPr>
          <p:nvPr/>
        </p:nvCxnSpPr>
        <p:spPr>
          <a:xfrm flipH="1" flipV="1">
            <a:off x="7549722" y="7781576"/>
            <a:ext cx="208848" cy="104311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128"/>
          <p:cNvSpPr txBox="1"/>
          <p:nvPr/>
        </p:nvSpPr>
        <p:spPr>
          <a:xfrm>
            <a:off x="6686891" y="7266637"/>
            <a:ext cx="528114" cy="138499"/>
          </a:xfrm>
          <a:prstGeom prst="rect">
            <a:avLst/>
          </a:prstGeom>
          <a:solidFill>
            <a:srgbClr val="92D05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지하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588571" y="9317357"/>
            <a:ext cx="528114" cy="1384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전력량</a:t>
            </a:r>
          </a:p>
        </p:txBody>
      </p:sp>
      <p:cxnSp>
        <p:nvCxnSpPr>
          <p:cNvPr id="131" name="직선 연결선 130"/>
          <p:cNvCxnSpPr>
            <a:endCxn id="65" idx="1"/>
          </p:cNvCxnSpPr>
          <p:nvPr/>
        </p:nvCxnSpPr>
        <p:spPr>
          <a:xfrm flipV="1">
            <a:off x="9129322" y="9346396"/>
            <a:ext cx="350570" cy="40210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타원 131"/>
          <p:cNvSpPr/>
          <p:nvPr/>
        </p:nvSpPr>
        <p:spPr>
          <a:xfrm flipV="1">
            <a:off x="6936246" y="7370411"/>
            <a:ext cx="170723" cy="1561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33" name="TextBox 132"/>
          <p:cNvSpPr txBox="1"/>
          <p:nvPr/>
        </p:nvSpPr>
        <p:spPr>
          <a:xfrm>
            <a:off x="4788321" y="9346395"/>
            <a:ext cx="528114" cy="1384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전력량</a:t>
            </a:r>
          </a:p>
        </p:txBody>
      </p:sp>
      <p:cxnSp>
        <p:nvCxnSpPr>
          <p:cNvPr id="134" name="직선 연결선 133"/>
          <p:cNvCxnSpPr/>
          <p:nvPr/>
        </p:nvCxnSpPr>
        <p:spPr>
          <a:xfrm flipV="1">
            <a:off x="5329072" y="9375434"/>
            <a:ext cx="350570" cy="40210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9966348" y="6468842"/>
            <a:ext cx="528114" cy="2769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냉각수</a:t>
            </a:r>
            <a:r>
              <a:rPr lang="en-US" altLang="ko-KR" sz="900" b="1"/>
              <a:t>/ Air</a:t>
            </a:r>
            <a:endParaRPr lang="ko-KR" altLang="en-US" sz="900" b="1"/>
          </a:p>
        </p:txBody>
      </p:sp>
      <p:sp>
        <p:nvSpPr>
          <p:cNvPr id="136" name="TextBox 135"/>
          <p:cNvSpPr txBox="1"/>
          <p:nvPr/>
        </p:nvSpPr>
        <p:spPr>
          <a:xfrm>
            <a:off x="9695253" y="6001260"/>
            <a:ext cx="528114" cy="138499"/>
          </a:xfrm>
          <a:prstGeom prst="rect">
            <a:avLst/>
          </a:prstGeom>
          <a:solidFill>
            <a:srgbClr val="92D05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지하</a:t>
            </a:r>
          </a:p>
        </p:txBody>
      </p:sp>
      <p:sp>
        <p:nvSpPr>
          <p:cNvPr id="137" name="타원 136"/>
          <p:cNvSpPr/>
          <p:nvPr/>
        </p:nvSpPr>
        <p:spPr>
          <a:xfrm flipV="1">
            <a:off x="9922644" y="6144209"/>
            <a:ext cx="170723" cy="1561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138" name="직선 연결선 137"/>
          <p:cNvCxnSpPr>
            <a:stCxn id="135" idx="0"/>
            <a:endCxn id="137" idx="7"/>
          </p:cNvCxnSpPr>
          <p:nvPr/>
        </p:nvCxnSpPr>
        <p:spPr>
          <a:xfrm flipH="1" flipV="1">
            <a:off x="10068365" y="6277449"/>
            <a:ext cx="162040" cy="191393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TextBox 138"/>
          <p:cNvSpPr txBox="1"/>
          <p:nvPr/>
        </p:nvSpPr>
        <p:spPr>
          <a:xfrm>
            <a:off x="8162754" y="6463334"/>
            <a:ext cx="528114" cy="2769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냉각수</a:t>
            </a:r>
            <a:r>
              <a:rPr lang="en-US" altLang="ko-KR" sz="900" b="1"/>
              <a:t>/ Air</a:t>
            </a:r>
            <a:endParaRPr lang="ko-KR" altLang="en-US" sz="900" b="1"/>
          </a:p>
        </p:txBody>
      </p:sp>
      <p:sp>
        <p:nvSpPr>
          <p:cNvPr id="140" name="TextBox 139"/>
          <p:cNvSpPr txBox="1"/>
          <p:nvPr/>
        </p:nvSpPr>
        <p:spPr>
          <a:xfrm>
            <a:off x="7891659" y="5995752"/>
            <a:ext cx="528114" cy="138499"/>
          </a:xfrm>
          <a:prstGeom prst="rect">
            <a:avLst/>
          </a:prstGeom>
          <a:solidFill>
            <a:srgbClr val="92D05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지하</a:t>
            </a:r>
          </a:p>
        </p:txBody>
      </p:sp>
      <p:sp>
        <p:nvSpPr>
          <p:cNvPr id="141" name="타원 140"/>
          <p:cNvSpPr/>
          <p:nvPr/>
        </p:nvSpPr>
        <p:spPr>
          <a:xfrm flipV="1">
            <a:off x="8119050" y="6138701"/>
            <a:ext cx="170723" cy="1561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142" name="직선 연결선 141"/>
          <p:cNvCxnSpPr>
            <a:stCxn id="139" idx="0"/>
            <a:endCxn id="141" idx="7"/>
          </p:cNvCxnSpPr>
          <p:nvPr/>
        </p:nvCxnSpPr>
        <p:spPr>
          <a:xfrm flipH="1" flipV="1">
            <a:off x="8264771" y="6271941"/>
            <a:ext cx="162040" cy="191393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extBox 142"/>
          <p:cNvSpPr txBox="1"/>
          <p:nvPr/>
        </p:nvSpPr>
        <p:spPr>
          <a:xfrm>
            <a:off x="6207756" y="6420619"/>
            <a:ext cx="528114" cy="2769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냉각수</a:t>
            </a:r>
            <a:r>
              <a:rPr lang="en-US" altLang="ko-KR" sz="900" b="1"/>
              <a:t>/ Air</a:t>
            </a:r>
            <a:endParaRPr lang="ko-KR" altLang="en-US" sz="900" b="1"/>
          </a:p>
        </p:txBody>
      </p:sp>
      <p:sp>
        <p:nvSpPr>
          <p:cNvPr id="144" name="TextBox 143"/>
          <p:cNvSpPr txBox="1"/>
          <p:nvPr/>
        </p:nvSpPr>
        <p:spPr>
          <a:xfrm>
            <a:off x="5936661" y="5953037"/>
            <a:ext cx="528114" cy="138499"/>
          </a:xfrm>
          <a:prstGeom prst="rect">
            <a:avLst/>
          </a:prstGeom>
          <a:solidFill>
            <a:srgbClr val="92D05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지하</a:t>
            </a:r>
          </a:p>
        </p:txBody>
      </p:sp>
      <p:sp>
        <p:nvSpPr>
          <p:cNvPr id="145" name="타원 144"/>
          <p:cNvSpPr/>
          <p:nvPr/>
        </p:nvSpPr>
        <p:spPr>
          <a:xfrm flipV="1">
            <a:off x="6164052" y="6095986"/>
            <a:ext cx="170723" cy="1561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146" name="직선 연결선 145"/>
          <p:cNvCxnSpPr>
            <a:stCxn id="143" idx="0"/>
            <a:endCxn id="145" idx="7"/>
          </p:cNvCxnSpPr>
          <p:nvPr/>
        </p:nvCxnSpPr>
        <p:spPr>
          <a:xfrm flipH="1" flipV="1">
            <a:off x="6309773" y="6229226"/>
            <a:ext cx="162040" cy="191393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TextBox 146"/>
          <p:cNvSpPr txBox="1"/>
          <p:nvPr/>
        </p:nvSpPr>
        <p:spPr>
          <a:xfrm>
            <a:off x="4474339" y="6469742"/>
            <a:ext cx="528114" cy="2769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냉각수</a:t>
            </a:r>
            <a:r>
              <a:rPr lang="en-US" altLang="ko-KR" sz="900" b="1"/>
              <a:t>/ Air</a:t>
            </a:r>
            <a:endParaRPr lang="ko-KR" altLang="en-US" sz="900" b="1"/>
          </a:p>
        </p:txBody>
      </p:sp>
      <p:sp>
        <p:nvSpPr>
          <p:cNvPr id="148" name="TextBox 147"/>
          <p:cNvSpPr txBox="1"/>
          <p:nvPr/>
        </p:nvSpPr>
        <p:spPr>
          <a:xfrm>
            <a:off x="4203244" y="6002160"/>
            <a:ext cx="528114" cy="138499"/>
          </a:xfrm>
          <a:prstGeom prst="rect">
            <a:avLst/>
          </a:prstGeom>
          <a:solidFill>
            <a:srgbClr val="92D05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지하</a:t>
            </a:r>
          </a:p>
        </p:txBody>
      </p:sp>
      <p:sp>
        <p:nvSpPr>
          <p:cNvPr id="149" name="타원 148"/>
          <p:cNvSpPr/>
          <p:nvPr/>
        </p:nvSpPr>
        <p:spPr>
          <a:xfrm flipV="1">
            <a:off x="4430635" y="6145109"/>
            <a:ext cx="170723" cy="1561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150" name="직선 연결선 149"/>
          <p:cNvCxnSpPr>
            <a:stCxn id="147" idx="0"/>
            <a:endCxn id="149" idx="7"/>
          </p:cNvCxnSpPr>
          <p:nvPr/>
        </p:nvCxnSpPr>
        <p:spPr>
          <a:xfrm flipH="1" flipV="1">
            <a:off x="4576356" y="6278349"/>
            <a:ext cx="162040" cy="191393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3260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00263" y="818071"/>
            <a:ext cx="8492188" cy="4720453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34" name="표 33"/>
          <p:cNvGraphicFramePr>
            <a:graphicFrameLocks noGrp="1"/>
          </p:cNvGraphicFramePr>
          <p:nvPr/>
        </p:nvGraphicFramePr>
        <p:xfrm>
          <a:off x="8906200" y="927712"/>
          <a:ext cx="1512570" cy="47121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6285">
                  <a:extLst>
                    <a:ext uri="{9D8B030D-6E8A-4147-A177-3AD203B41FA5}">
                      <a16:colId xmlns:a16="http://schemas.microsoft.com/office/drawing/2014/main" val="2919102175"/>
                    </a:ext>
                  </a:extLst>
                </a:gridCol>
                <a:gridCol w="756285">
                  <a:extLst>
                    <a:ext uri="{9D8B030D-6E8A-4147-A177-3AD203B41FA5}">
                      <a16:colId xmlns:a16="http://schemas.microsoft.com/office/drawing/2014/main" val="2704467390"/>
                    </a:ext>
                  </a:extLst>
                </a:gridCol>
              </a:tblGrid>
              <a:tr h="3578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/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/>
                        <a:t>기호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793032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/>
                        <a:t>UTP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6543583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/>
                        <a:t>STP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355155"/>
                  </a:ext>
                </a:extLst>
              </a:tr>
              <a:tr h="4411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/>
                        <a:t>전기케이블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976640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/>
                        <a:t>HI-BOX</a:t>
                      </a:r>
                    </a:p>
                    <a:p>
                      <a:pPr algn="ctr" latinLnBrk="1"/>
                      <a:r>
                        <a:rPr lang="en-US" altLang="ko-KR" sz="1200" b="1"/>
                        <a:t>(</a:t>
                      </a:r>
                      <a:r>
                        <a:rPr lang="ko-KR" altLang="en-US" sz="1200" b="1"/>
                        <a:t>허브</a:t>
                      </a:r>
                      <a:r>
                        <a:rPr lang="en-US" altLang="ko-KR" sz="1200" b="1"/>
                        <a:t>)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526003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/>
                        <a:t>공유기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1054381"/>
                  </a:ext>
                </a:extLst>
              </a:tr>
              <a:tr h="4411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/>
                        <a:t>무선</a:t>
                      </a:r>
                      <a:r>
                        <a:rPr lang="en-US" altLang="ko-KR" sz="1200" b="1"/>
                        <a:t>AP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245163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/>
                        <a:t>iptime</a:t>
                      </a:r>
                    </a:p>
                    <a:p>
                      <a:pPr algn="ctr" latinLnBrk="1"/>
                      <a:r>
                        <a:rPr lang="en-US" altLang="ko-KR" sz="1200" b="1"/>
                        <a:t>(8port)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5588136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/>
                        <a:t>기타</a:t>
                      </a:r>
                      <a:r>
                        <a:rPr lang="en-US" altLang="ko-KR" sz="1200" b="1"/>
                        <a:t>.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218675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/>
                        <a:t>Point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0689422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Main</a:t>
                      </a:r>
                    </a:p>
                    <a:p>
                      <a:pPr algn="ctr" latinLnBrk="1"/>
                      <a:r>
                        <a:rPr lang="ko-KR" altLang="en-US" sz="1200"/>
                        <a:t>공유기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07085"/>
                  </a:ext>
                </a:extLst>
              </a:tr>
            </a:tbl>
          </a:graphicData>
        </a:graphic>
      </p:graphicFrame>
      <p:cxnSp>
        <p:nvCxnSpPr>
          <p:cNvPr id="24" name="직선 연결선 23"/>
          <p:cNvCxnSpPr/>
          <p:nvPr/>
        </p:nvCxnSpPr>
        <p:spPr>
          <a:xfrm flipV="1">
            <a:off x="9698628" y="1465278"/>
            <a:ext cx="700213" cy="762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>
            <a:stCxn id="64" idx="0"/>
            <a:endCxn id="88" idx="0"/>
          </p:cNvCxnSpPr>
          <p:nvPr/>
        </p:nvCxnSpPr>
        <p:spPr>
          <a:xfrm flipH="1" flipV="1">
            <a:off x="6328282" y="2981681"/>
            <a:ext cx="329567" cy="1403235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 flipV="1">
            <a:off x="9698628" y="2303928"/>
            <a:ext cx="700213" cy="762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>
            <a:stCxn id="60" idx="1"/>
            <a:endCxn id="64" idx="0"/>
          </p:cNvCxnSpPr>
          <p:nvPr/>
        </p:nvCxnSpPr>
        <p:spPr>
          <a:xfrm flipH="1">
            <a:off x="6657849" y="3005475"/>
            <a:ext cx="1485304" cy="1379441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/>
          <p:cNvCxnSpPr/>
          <p:nvPr/>
        </p:nvCxnSpPr>
        <p:spPr>
          <a:xfrm flipV="1">
            <a:off x="9698628" y="1875950"/>
            <a:ext cx="700213" cy="762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그림 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8001" y="3512842"/>
            <a:ext cx="338850" cy="326748"/>
          </a:xfrm>
          <a:prstGeom prst="rect">
            <a:avLst/>
          </a:prstGeom>
        </p:spPr>
      </p:pic>
      <p:pic>
        <p:nvPicPr>
          <p:cNvPr id="42" name="그림 4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9192" y="2958821"/>
            <a:ext cx="492987" cy="374464"/>
          </a:xfrm>
          <a:prstGeom prst="rect">
            <a:avLst/>
          </a:prstGeom>
        </p:spPr>
      </p:pic>
      <p:grpSp>
        <p:nvGrpSpPr>
          <p:cNvPr id="55" name="그룹 54"/>
          <p:cNvGrpSpPr/>
          <p:nvPr/>
        </p:nvGrpSpPr>
        <p:grpSpPr>
          <a:xfrm>
            <a:off x="9724910" y="2606440"/>
            <a:ext cx="528114" cy="343845"/>
            <a:chOff x="5831943" y="1411165"/>
            <a:chExt cx="528114" cy="343845"/>
          </a:xfrm>
        </p:grpSpPr>
        <p:pic>
          <p:nvPicPr>
            <p:cNvPr id="56" name="그림 55"/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rgbClr val="C00000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5960793" y="1411165"/>
              <a:ext cx="270414" cy="343845"/>
            </a:xfrm>
            <a:prstGeom prst="rect">
              <a:avLst/>
            </a:prstGeom>
          </p:spPr>
        </p:pic>
        <p:sp>
          <p:nvSpPr>
            <p:cNvPr id="57" name="TextBox 56"/>
            <p:cNvSpPr txBox="1"/>
            <p:nvPr/>
          </p:nvSpPr>
          <p:spPr>
            <a:xfrm>
              <a:off x="5831943" y="1527294"/>
              <a:ext cx="528114" cy="138499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900" b="1"/>
                <a:t>NO. x-xx</a:t>
              </a:r>
              <a:endParaRPr lang="ko-KR" altLang="en-US" sz="900" b="1"/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300263" y="301860"/>
            <a:ext cx="721496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/>
              <a:t>우수 </a:t>
            </a:r>
            <a:r>
              <a:rPr lang="en-US" altLang="ko-KR"/>
              <a:t>CASCO </a:t>
            </a:r>
            <a:r>
              <a:rPr lang="ko-KR" altLang="en-US"/>
              <a:t>네트워크 구성도 </a:t>
            </a:r>
            <a:r>
              <a:rPr lang="en-US" altLang="ko-KR"/>
              <a:t>(1~4</a:t>
            </a:r>
            <a:r>
              <a:rPr lang="ko-KR" altLang="en-US"/>
              <a:t>호기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62" name="TextBox 61"/>
          <p:cNvSpPr txBox="1"/>
          <p:nvPr/>
        </p:nvSpPr>
        <p:spPr>
          <a:xfrm>
            <a:off x="9010738" y="423698"/>
            <a:ext cx="1375779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/>
              <a:t>PAGE 1/5</a:t>
            </a:r>
            <a:endParaRPr lang="ko-KR" altLang="en-US"/>
          </a:p>
        </p:txBody>
      </p:sp>
      <p:grpSp>
        <p:nvGrpSpPr>
          <p:cNvPr id="63" name="그룹 62"/>
          <p:cNvGrpSpPr/>
          <p:nvPr/>
        </p:nvGrpSpPr>
        <p:grpSpPr>
          <a:xfrm>
            <a:off x="6393792" y="4384916"/>
            <a:ext cx="528114" cy="343845"/>
            <a:chOff x="5831943" y="1411165"/>
            <a:chExt cx="528114" cy="343845"/>
          </a:xfrm>
        </p:grpSpPr>
        <p:pic>
          <p:nvPicPr>
            <p:cNvPr id="64" name="그림 63"/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rgbClr val="C00000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5960793" y="1411165"/>
              <a:ext cx="270414" cy="343845"/>
            </a:xfrm>
            <a:prstGeom prst="rect">
              <a:avLst/>
            </a:prstGeom>
          </p:spPr>
        </p:pic>
        <p:sp>
          <p:nvSpPr>
            <p:cNvPr id="65" name="TextBox 64"/>
            <p:cNvSpPr txBox="1"/>
            <p:nvPr/>
          </p:nvSpPr>
          <p:spPr>
            <a:xfrm>
              <a:off x="5831943" y="1527294"/>
              <a:ext cx="528114" cy="138499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900" b="1"/>
                <a:t>NO. 1-01</a:t>
              </a:r>
              <a:endParaRPr lang="ko-KR" altLang="en-US" sz="900" b="1"/>
            </a:p>
          </p:txBody>
        </p:sp>
      </p:grpSp>
      <p:cxnSp>
        <p:nvCxnSpPr>
          <p:cNvPr id="70" name="직선 연결선 69"/>
          <p:cNvCxnSpPr/>
          <p:nvPr/>
        </p:nvCxnSpPr>
        <p:spPr>
          <a:xfrm flipV="1">
            <a:off x="8203512" y="2606440"/>
            <a:ext cx="0" cy="343845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/>
          <p:cNvCxnSpPr/>
          <p:nvPr/>
        </p:nvCxnSpPr>
        <p:spPr>
          <a:xfrm flipV="1">
            <a:off x="6793056" y="4662275"/>
            <a:ext cx="283662" cy="5167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타원 86"/>
          <p:cNvSpPr/>
          <p:nvPr/>
        </p:nvSpPr>
        <p:spPr>
          <a:xfrm flipV="1">
            <a:off x="9949925" y="5291568"/>
            <a:ext cx="170723" cy="1561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3" name="타원 102"/>
          <p:cNvSpPr/>
          <p:nvPr/>
        </p:nvSpPr>
        <p:spPr>
          <a:xfrm flipV="1">
            <a:off x="9949925" y="4869490"/>
            <a:ext cx="170723" cy="1561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4" name="타원 53"/>
          <p:cNvSpPr/>
          <p:nvPr/>
        </p:nvSpPr>
        <p:spPr>
          <a:xfrm flipV="1">
            <a:off x="6991357" y="4490161"/>
            <a:ext cx="170723" cy="1561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9" name="타원 58"/>
          <p:cNvSpPr/>
          <p:nvPr/>
        </p:nvSpPr>
        <p:spPr>
          <a:xfrm flipV="1">
            <a:off x="9940648" y="4027450"/>
            <a:ext cx="170723" cy="1561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0" name="타원 59"/>
          <p:cNvSpPr/>
          <p:nvPr/>
        </p:nvSpPr>
        <p:spPr>
          <a:xfrm flipV="1">
            <a:off x="8118151" y="2872235"/>
            <a:ext cx="170723" cy="1561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1" name="TextBox 60"/>
          <p:cNvSpPr txBox="1"/>
          <p:nvPr/>
        </p:nvSpPr>
        <p:spPr>
          <a:xfrm>
            <a:off x="8208663" y="3109786"/>
            <a:ext cx="528114" cy="1384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900" b="1"/>
              <a:t>1</a:t>
            </a:r>
            <a:r>
              <a:rPr lang="ko-KR" altLang="en-US" sz="900" b="1"/>
              <a:t>호기진공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9604" y="2467941"/>
            <a:ext cx="528114" cy="1384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터치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162956" y="4507762"/>
            <a:ext cx="528114" cy="138499"/>
          </a:xfrm>
          <a:prstGeom prst="rect">
            <a:avLst/>
          </a:prstGeom>
          <a:solidFill>
            <a:srgbClr val="00B0F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공</a:t>
            </a:r>
            <a:r>
              <a:rPr lang="en-US" altLang="ko-KR" sz="900" b="1"/>
              <a:t>8</a:t>
            </a:r>
            <a:endParaRPr lang="ko-KR" altLang="en-US" sz="900" b="1"/>
          </a:p>
        </p:txBody>
      </p:sp>
      <p:cxnSp>
        <p:nvCxnSpPr>
          <p:cNvPr id="77" name="직선 연결선 76"/>
          <p:cNvCxnSpPr/>
          <p:nvPr/>
        </p:nvCxnSpPr>
        <p:spPr>
          <a:xfrm flipH="1">
            <a:off x="6393792" y="4728761"/>
            <a:ext cx="264057" cy="174287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/>
          <p:cNvCxnSpPr>
            <a:stCxn id="64" idx="2"/>
          </p:cNvCxnSpPr>
          <p:nvPr/>
        </p:nvCxnSpPr>
        <p:spPr>
          <a:xfrm>
            <a:off x="6657849" y="4728761"/>
            <a:ext cx="437659" cy="150493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6129735" y="4875239"/>
            <a:ext cx="528114" cy="1384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보온로</a:t>
            </a:r>
            <a:r>
              <a:rPr lang="en-US" altLang="ko-KR" sz="900" b="1"/>
              <a:t>2</a:t>
            </a:r>
            <a:endParaRPr lang="ko-KR" altLang="en-US" sz="900" b="1"/>
          </a:p>
        </p:txBody>
      </p:sp>
      <p:sp>
        <p:nvSpPr>
          <p:cNvPr id="85" name="TextBox 84"/>
          <p:cNvSpPr txBox="1"/>
          <p:nvPr/>
        </p:nvSpPr>
        <p:spPr>
          <a:xfrm>
            <a:off x="6898899" y="4866990"/>
            <a:ext cx="528114" cy="1384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보온로</a:t>
            </a:r>
            <a:r>
              <a:rPr lang="en-US" altLang="ko-KR" sz="900" b="1"/>
              <a:t>1</a:t>
            </a:r>
            <a:endParaRPr lang="ko-KR" altLang="en-US" sz="900" b="1"/>
          </a:p>
        </p:txBody>
      </p:sp>
      <p:cxnSp>
        <p:nvCxnSpPr>
          <p:cNvPr id="86" name="직선 연결선 85"/>
          <p:cNvCxnSpPr/>
          <p:nvPr/>
        </p:nvCxnSpPr>
        <p:spPr>
          <a:xfrm flipV="1">
            <a:off x="6328281" y="2559786"/>
            <a:ext cx="0" cy="343845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타원 87"/>
          <p:cNvSpPr/>
          <p:nvPr/>
        </p:nvSpPr>
        <p:spPr>
          <a:xfrm flipV="1">
            <a:off x="6242920" y="2825581"/>
            <a:ext cx="170723" cy="1561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9" name="TextBox 88"/>
          <p:cNvSpPr txBox="1"/>
          <p:nvPr/>
        </p:nvSpPr>
        <p:spPr>
          <a:xfrm>
            <a:off x="6499984" y="2998090"/>
            <a:ext cx="528114" cy="1384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900" b="1"/>
              <a:t>2</a:t>
            </a:r>
            <a:r>
              <a:rPr lang="ko-KR" altLang="en-US" sz="900" b="1"/>
              <a:t>호기진공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174373" y="2421287"/>
            <a:ext cx="528114" cy="1384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터치</a:t>
            </a:r>
          </a:p>
        </p:txBody>
      </p:sp>
      <p:cxnSp>
        <p:nvCxnSpPr>
          <p:cNvPr id="92" name="직선 연결선 91"/>
          <p:cNvCxnSpPr>
            <a:stCxn id="89" idx="1"/>
            <a:endCxn id="88" idx="7"/>
          </p:cNvCxnSpPr>
          <p:nvPr/>
        </p:nvCxnSpPr>
        <p:spPr>
          <a:xfrm flipH="1" flipV="1">
            <a:off x="6388641" y="2958821"/>
            <a:ext cx="111343" cy="108519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/>
          <p:cNvCxnSpPr>
            <a:stCxn id="61" idx="0"/>
            <a:endCxn id="60" idx="7"/>
          </p:cNvCxnSpPr>
          <p:nvPr/>
        </p:nvCxnSpPr>
        <p:spPr>
          <a:xfrm flipH="1" flipV="1">
            <a:off x="8263872" y="3005475"/>
            <a:ext cx="208848" cy="104311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/>
          <p:cNvCxnSpPr>
            <a:stCxn id="100" idx="0"/>
            <a:endCxn id="124" idx="0"/>
          </p:cNvCxnSpPr>
          <p:nvPr/>
        </p:nvCxnSpPr>
        <p:spPr>
          <a:xfrm flipH="1" flipV="1">
            <a:off x="2528032" y="2981681"/>
            <a:ext cx="329567" cy="1403235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/>
          <p:cNvCxnSpPr>
            <a:stCxn id="114" idx="1"/>
          </p:cNvCxnSpPr>
          <p:nvPr/>
        </p:nvCxnSpPr>
        <p:spPr>
          <a:xfrm flipH="1" flipV="1">
            <a:off x="3935508" y="2605476"/>
            <a:ext cx="407395" cy="399999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" name="그룹 96"/>
          <p:cNvGrpSpPr/>
          <p:nvPr/>
        </p:nvGrpSpPr>
        <p:grpSpPr>
          <a:xfrm>
            <a:off x="2593542" y="4384916"/>
            <a:ext cx="528114" cy="343845"/>
            <a:chOff x="5831943" y="1411165"/>
            <a:chExt cx="528114" cy="343845"/>
          </a:xfrm>
        </p:grpSpPr>
        <p:pic>
          <p:nvPicPr>
            <p:cNvPr id="100" name="그림 99"/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rgbClr val="C00000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5960793" y="1411165"/>
              <a:ext cx="270414" cy="343845"/>
            </a:xfrm>
            <a:prstGeom prst="rect">
              <a:avLst/>
            </a:prstGeom>
          </p:spPr>
        </p:pic>
        <p:sp>
          <p:nvSpPr>
            <p:cNvPr id="101" name="TextBox 100"/>
            <p:cNvSpPr txBox="1"/>
            <p:nvPr/>
          </p:nvSpPr>
          <p:spPr>
            <a:xfrm>
              <a:off x="5831943" y="1527294"/>
              <a:ext cx="528114" cy="138499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900" b="1"/>
                <a:t>NO. 1-02</a:t>
              </a:r>
              <a:endParaRPr lang="ko-KR" altLang="en-US" sz="900" b="1"/>
            </a:p>
          </p:txBody>
        </p:sp>
      </p:grpSp>
      <p:cxnSp>
        <p:nvCxnSpPr>
          <p:cNvPr id="102" name="직선 연결선 101"/>
          <p:cNvCxnSpPr/>
          <p:nvPr/>
        </p:nvCxnSpPr>
        <p:spPr>
          <a:xfrm flipV="1">
            <a:off x="4403262" y="2606440"/>
            <a:ext cx="0" cy="343845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/>
          <p:cNvCxnSpPr/>
          <p:nvPr/>
        </p:nvCxnSpPr>
        <p:spPr>
          <a:xfrm flipV="1">
            <a:off x="2992806" y="4662275"/>
            <a:ext cx="283662" cy="5167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타원 112"/>
          <p:cNvSpPr/>
          <p:nvPr/>
        </p:nvSpPr>
        <p:spPr>
          <a:xfrm flipV="1">
            <a:off x="3191107" y="4490161"/>
            <a:ext cx="170723" cy="1561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14" name="타원 113"/>
          <p:cNvSpPr/>
          <p:nvPr/>
        </p:nvSpPr>
        <p:spPr>
          <a:xfrm flipV="1">
            <a:off x="4317901" y="2872235"/>
            <a:ext cx="170723" cy="1561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15" name="TextBox 114"/>
          <p:cNvSpPr txBox="1"/>
          <p:nvPr/>
        </p:nvSpPr>
        <p:spPr>
          <a:xfrm>
            <a:off x="4408413" y="3109786"/>
            <a:ext cx="528114" cy="1384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900" b="1"/>
              <a:t>3</a:t>
            </a:r>
            <a:r>
              <a:rPr lang="ko-KR" altLang="en-US" sz="900" b="1"/>
              <a:t>호기진공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249354" y="2467941"/>
            <a:ext cx="528114" cy="1384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터치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362706" y="4507762"/>
            <a:ext cx="528114" cy="138499"/>
          </a:xfrm>
          <a:prstGeom prst="rect">
            <a:avLst/>
          </a:prstGeom>
          <a:solidFill>
            <a:srgbClr val="00B0F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공</a:t>
            </a:r>
            <a:r>
              <a:rPr lang="en-US" altLang="ko-KR" sz="900" b="1"/>
              <a:t>9</a:t>
            </a:r>
            <a:endParaRPr lang="ko-KR" altLang="en-US" sz="900" b="1"/>
          </a:p>
        </p:txBody>
      </p:sp>
      <p:cxnSp>
        <p:nvCxnSpPr>
          <p:cNvPr id="118" name="직선 연결선 117"/>
          <p:cNvCxnSpPr/>
          <p:nvPr/>
        </p:nvCxnSpPr>
        <p:spPr>
          <a:xfrm flipH="1">
            <a:off x="2593542" y="4728761"/>
            <a:ext cx="264057" cy="174287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연결선 118"/>
          <p:cNvCxnSpPr>
            <a:stCxn id="100" idx="2"/>
          </p:cNvCxnSpPr>
          <p:nvPr/>
        </p:nvCxnSpPr>
        <p:spPr>
          <a:xfrm>
            <a:off x="2857599" y="4728761"/>
            <a:ext cx="437659" cy="150493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2329485" y="4875239"/>
            <a:ext cx="528114" cy="1384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보온로</a:t>
            </a:r>
            <a:r>
              <a:rPr lang="en-US" altLang="ko-KR" sz="900" b="1"/>
              <a:t>4</a:t>
            </a:r>
            <a:endParaRPr lang="ko-KR" altLang="en-US" sz="900" b="1"/>
          </a:p>
        </p:txBody>
      </p:sp>
      <p:sp>
        <p:nvSpPr>
          <p:cNvPr id="122" name="TextBox 121"/>
          <p:cNvSpPr txBox="1"/>
          <p:nvPr/>
        </p:nvSpPr>
        <p:spPr>
          <a:xfrm>
            <a:off x="3098649" y="4866990"/>
            <a:ext cx="528114" cy="1384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보온로</a:t>
            </a:r>
            <a:r>
              <a:rPr lang="en-US" altLang="ko-KR" sz="900" b="1"/>
              <a:t>3</a:t>
            </a:r>
            <a:endParaRPr lang="ko-KR" altLang="en-US" sz="900" b="1"/>
          </a:p>
        </p:txBody>
      </p:sp>
      <p:cxnSp>
        <p:nvCxnSpPr>
          <p:cNvPr id="123" name="직선 연결선 122"/>
          <p:cNvCxnSpPr/>
          <p:nvPr/>
        </p:nvCxnSpPr>
        <p:spPr>
          <a:xfrm flipV="1">
            <a:off x="2528031" y="2559786"/>
            <a:ext cx="0" cy="343845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타원 123"/>
          <p:cNvSpPr/>
          <p:nvPr/>
        </p:nvSpPr>
        <p:spPr>
          <a:xfrm flipV="1">
            <a:off x="2442670" y="2825581"/>
            <a:ext cx="170723" cy="1561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25" name="TextBox 124"/>
          <p:cNvSpPr txBox="1"/>
          <p:nvPr/>
        </p:nvSpPr>
        <p:spPr>
          <a:xfrm>
            <a:off x="2699734" y="2998090"/>
            <a:ext cx="528114" cy="1384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900" b="1"/>
              <a:t>4</a:t>
            </a:r>
            <a:r>
              <a:rPr lang="ko-KR" altLang="en-US" sz="900" b="1"/>
              <a:t>호기진공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374123" y="2421287"/>
            <a:ext cx="528114" cy="1384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터치</a:t>
            </a:r>
          </a:p>
        </p:txBody>
      </p:sp>
      <p:cxnSp>
        <p:nvCxnSpPr>
          <p:cNvPr id="127" name="직선 연결선 126"/>
          <p:cNvCxnSpPr>
            <a:stCxn id="125" idx="1"/>
            <a:endCxn id="124" idx="7"/>
          </p:cNvCxnSpPr>
          <p:nvPr/>
        </p:nvCxnSpPr>
        <p:spPr>
          <a:xfrm flipH="1" flipV="1">
            <a:off x="2588391" y="2958821"/>
            <a:ext cx="111343" cy="108519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연결선 127"/>
          <p:cNvCxnSpPr>
            <a:stCxn id="115" idx="0"/>
            <a:endCxn id="114" idx="7"/>
          </p:cNvCxnSpPr>
          <p:nvPr/>
        </p:nvCxnSpPr>
        <p:spPr>
          <a:xfrm flipH="1" flipV="1">
            <a:off x="4463622" y="3005475"/>
            <a:ext cx="208848" cy="104311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128"/>
          <p:cNvSpPr txBox="1"/>
          <p:nvPr/>
        </p:nvSpPr>
        <p:spPr>
          <a:xfrm>
            <a:off x="3600791" y="2490536"/>
            <a:ext cx="528114" cy="138499"/>
          </a:xfrm>
          <a:prstGeom prst="rect">
            <a:avLst/>
          </a:prstGeom>
          <a:solidFill>
            <a:srgbClr val="92D05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지하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502471" y="4541256"/>
            <a:ext cx="528114" cy="1384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전력량</a:t>
            </a:r>
          </a:p>
        </p:txBody>
      </p:sp>
      <p:cxnSp>
        <p:nvCxnSpPr>
          <p:cNvPr id="131" name="직선 연결선 130"/>
          <p:cNvCxnSpPr>
            <a:endCxn id="65" idx="1"/>
          </p:cNvCxnSpPr>
          <p:nvPr/>
        </p:nvCxnSpPr>
        <p:spPr>
          <a:xfrm flipV="1">
            <a:off x="6043222" y="4570295"/>
            <a:ext cx="350570" cy="40210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타원 131"/>
          <p:cNvSpPr/>
          <p:nvPr/>
        </p:nvSpPr>
        <p:spPr>
          <a:xfrm flipV="1">
            <a:off x="3850146" y="2594310"/>
            <a:ext cx="170723" cy="1561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33" name="TextBox 132"/>
          <p:cNvSpPr txBox="1"/>
          <p:nvPr/>
        </p:nvSpPr>
        <p:spPr>
          <a:xfrm>
            <a:off x="1702221" y="4570294"/>
            <a:ext cx="528114" cy="1384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전력량</a:t>
            </a:r>
          </a:p>
        </p:txBody>
      </p:sp>
      <p:cxnSp>
        <p:nvCxnSpPr>
          <p:cNvPr id="134" name="직선 연결선 133"/>
          <p:cNvCxnSpPr/>
          <p:nvPr/>
        </p:nvCxnSpPr>
        <p:spPr>
          <a:xfrm flipV="1">
            <a:off x="2242972" y="4599333"/>
            <a:ext cx="350570" cy="40210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6880248" y="1692741"/>
            <a:ext cx="528114" cy="2769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냉각수</a:t>
            </a:r>
            <a:r>
              <a:rPr lang="en-US" altLang="ko-KR" sz="900" b="1"/>
              <a:t>/ Air</a:t>
            </a:r>
            <a:endParaRPr lang="ko-KR" altLang="en-US" sz="900" b="1"/>
          </a:p>
        </p:txBody>
      </p:sp>
      <p:sp>
        <p:nvSpPr>
          <p:cNvPr id="136" name="TextBox 135"/>
          <p:cNvSpPr txBox="1"/>
          <p:nvPr/>
        </p:nvSpPr>
        <p:spPr>
          <a:xfrm>
            <a:off x="6609153" y="1225159"/>
            <a:ext cx="528114" cy="138499"/>
          </a:xfrm>
          <a:prstGeom prst="rect">
            <a:avLst/>
          </a:prstGeom>
          <a:solidFill>
            <a:srgbClr val="92D05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지하</a:t>
            </a:r>
          </a:p>
        </p:txBody>
      </p:sp>
      <p:sp>
        <p:nvSpPr>
          <p:cNvPr id="137" name="타원 136"/>
          <p:cNvSpPr/>
          <p:nvPr/>
        </p:nvSpPr>
        <p:spPr>
          <a:xfrm flipV="1">
            <a:off x="6836544" y="1368108"/>
            <a:ext cx="170723" cy="1561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138" name="직선 연결선 137"/>
          <p:cNvCxnSpPr>
            <a:stCxn id="135" idx="0"/>
            <a:endCxn id="137" idx="7"/>
          </p:cNvCxnSpPr>
          <p:nvPr/>
        </p:nvCxnSpPr>
        <p:spPr>
          <a:xfrm flipH="1" flipV="1">
            <a:off x="6982265" y="1501348"/>
            <a:ext cx="162040" cy="191393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TextBox 138"/>
          <p:cNvSpPr txBox="1"/>
          <p:nvPr/>
        </p:nvSpPr>
        <p:spPr>
          <a:xfrm>
            <a:off x="5076654" y="1687233"/>
            <a:ext cx="528114" cy="2769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냉각수</a:t>
            </a:r>
            <a:r>
              <a:rPr lang="en-US" altLang="ko-KR" sz="900" b="1"/>
              <a:t>/ Air</a:t>
            </a:r>
            <a:endParaRPr lang="ko-KR" altLang="en-US" sz="900" b="1"/>
          </a:p>
        </p:txBody>
      </p:sp>
      <p:sp>
        <p:nvSpPr>
          <p:cNvPr id="140" name="TextBox 139"/>
          <p:cNvSpPr txBox="1"/>
          <p:nvPr/>
        </p:nvSpPr>
        <p:spPr>
          <a:xfrm>
            <a:off x="4805559" y="1219651"/>
            <a:ext cx="528114" cy="138499"/>
          </a:xfrm>
          <a:prstGeom prst="rect">
            <a:avLst/>
          </a:prstGeom>
          <a:solidFill>
            <a:srgbClr val="92D05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지하</a:t>
            </a:r>
          </a:p>
        </p:txBody>
      </p:sp>
      <p:sp>
        <p:nvSpPr>
          <p:cNvPr id="141" name="타원 140"/>
          <p:cNvSpPr/>
          <p:nvPr/>
        </p:nvSpPr>
        <p:spPr>
          <a:xfrm flipV="1">
            <a:off x="5032950" y="1362600"/>
            <a:ext cx="170723" cy="1561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142" name="직선 연결선 141"/>
          <p:cNvCxnSpPr>
            <a:stCxn id="139" idx="0"/>
            <a:endCxn id="141" idx="7"/>
          </p:cNvCxnSpPr>
          <p:nvPr/>
        </p:nvCxnSpPr>
        <p:spPr>
          <a:xfrm flipH="1" flipV="1">
            <a:off x="5178671" y="1495840"/>
            <a:ext cx="162040" cy="191393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extBox 142"/>
          <p:cNvSpPr txBox="1"/>
          <p:nvPr/>
        </p:nvSpPr>
        <p:spPr>
          <a:xfrm>
            <a:off x="3121656" y="1644518"/>
            <a:ext cx="528114" cy="2769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냉각수</a:t>
            </a:r>
            <a:r>
              <a:rPr lang="en-US" altLang="ko-KR" sz="900" b="1"/>
              <a:t>/ Air</a:t>
            </a:r>
            <a:endParaRPr lang="ko-KR" altLang="en-US" sz="900" b="1"/>
          </a:p>
        </p:txBody>
      </p:sp>
      <p:sp>
        <p:nvSpPr>
          <p:cNvPr id="144" name="TextBox 143"/>
          <p:cNvSpPr txBox="1"/>
          <p:nvPr/>
        </p:nvSpPr>
        <p:spPr>
          <a:xfrm>
            <a:off x="2850561" y="1176936"/>
            <a:ext cx="528114" cy="138499"/>
          </a:xfrm>
          <a:prstGeom prst="rect">
            <a:avLst/>
          </a:prstGeom>
          <a:solidFill>
            <a:srgbClr val="92D05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지하</a:t>
            </a:r>
          </a:p>
        </p:txBody>
      </p:sp>
      <p:sp>
        <p:nvSpPr>
          <p:cNvPr id="145" name="타원 144"/>
          <p:cNvSpPr/>
          <p:nvPr/>
        </p:nvSpPr>
        <p:spPr>
          <a:xfrm flipV="1">
            <a:off x="3077952" y="1319885"/>
            <a:ext cx="170723" cy="1561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146" name="직선 연결선 145"/>
          <p:cNvCxnSpPr>
            <a:stCxn id="143" idx="0"/>
            <a:endCxn id="145" idx="7"/>
          </p:cNvCxnSpPr>
          <p:nvPr/>
        </p:nvCxnSpPr>
        <p:spPr>
          <a:xfrm flipH="1" flipV="1">
            <a:off x="3223673" y="1453125"/>
            <a:ext cx="162040" cy="191393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TextBox 146"/>
          <p:cNvSpPr txBox="1"/>
          <p:nvPr/>
        </p:nvSpPr>
        <p:spPr>
          <a:xfrm>
            <a:off x="1388239" y="1693641"/>
            <a:ext cx="528114" cy="2769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냉각수</a:t>
            </a:r>
            <a:r>
              <a:rPr lang="en-US" altLang="ko-KR" sz="900" b="1"/>
              <a:t>/ Air</a:t>
            </a:r>
            <a:endParaRPr lang="ko-KR" altLang="en-US" sz="900" b="1"/>
          </a:p>
        </p:txBody>
      </p:sp>
      <p:sp>
        <p:nvSpPr>
          <p:cNvPr id="148" name="TextBox 147"/>
          <p:cNvSpPr txBox="1"/>
          <p:nvPr/>
        </p:nvSpPr>
        <p:spPr>
          <a:xfrm>
            <a:off x="1117144" y="1226059"/>
            <a:ext cx="528114" cy="138499"/>
          </a:xfrm>
          <a:prstGeom prst="rect">
            <a:avLst/>
          </a:prstGeom>
          <a:solidFill>
            <a:srgbClr val="92D05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지하</a:t>
            </a:r>
          </a:p>
        </p:txBody>
      </p:sp>
      <p:sp>
        <p:nvSpPr>
          <p:cNvPr id="149" name="타원 148"/>
          <p:cNvSpPr/>
          <p:nvPr/>
        </p:nvSpPr>
        <p:spPr>
          <a:xfrm flipV="1">
            <a:off x="1344535" y="1369008"/>
            <a:ext cx="170723" cy="1561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150" name="직선 연결선 149"/>
          <p:cNvCxnSpPr>
            <a:stCxn id="147" idx="0"/>
            <a:endCxn id="149" idx="7"/>
          </p:cNvCxnSpPr>
          <p:nvPr/>
        </p:nvCxnSpPr>
        <p:spPr>
          <a:xfrm flipH="1" flipV="1">
            <a:off x="1490256" y="1502248"/>
            <a:ext cx="162040" cy="191393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3" name="그림 82"/>
          <p:cNvPicPr>
            <a:picLocks noChangeAspect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5447113" y="548682"/>
            <a:ext cx="5884125" cy="6594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651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그림 150"/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33756" t="18478" r="35929" b="49719"/>
          <a:stretch/>
        </p:blipFill>
        <p:spPr>
          <a:xfrm>
            <a:off x="191617" y="1120738"/>
            <a:ext cx="8594014" cy="451917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8" name="TextBox 57"/>
          <p:cNvSpPr txBox="1"/>
          <p:nvPr/>
        </p:nvSpPr>
        <p:spPr>
          <a:xfrm>
            <a:off x="300263" y="301860"/>
            <a:ext cx="721496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/>
              <a:t>우수 </a:t>
            </a:r>
            <a:r>
              <a:rPr lang="en-US" altLang="ko-KR"/>
              <a:t>CASCO </a:t>
            </a:r>
            <a:r>
              <a:rPr lang="ko-KR" altLang="en-US"/>
              <a:t>네트워크 구성도 </a:t>
            </a:r>
            <a:r>
              <a:rPr lang="en-US" altLang="ko-KR"/>
              <a:t>(5~8</a:t>
            </a:r>
            <a:r>
              <a:rPr lang="ko-KR" altLang="en-US"/>
              <a:t>호기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153" name="TextBox 152"/>
          <p:cNvSpPr txBox="1"/>
          <p:nvPr/>
        </p:nvSpPr>
        <p:spPr>
          <a:xfrm>
            <a:off x="7754703" y="4840948"/>
            <a:ext cx="528114" cy="2769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냉각수</a:t>
            </a:r>
            <a:r>
              <a:rPr lang="en-US" altLang="ko-KR" sz="900" b="1"/>
              <a:t>/ Air</a:t>
            </a:r>
            <a:endParaRPr lang="ko-KR" altLang="en-US" sz="900" b="1"/>
          </a:p>
        </p:txBody>
      </p:sp>
      <p:sp>
        <p:nvSpPr>
          <p:cNvPr id="154" name="TextBox 153"/>
          <p:cNvSpPr txBox="1"/>
          <p:nvPr/>
        </p:nvSpPr>
        <p:spPr>
          <a:xfrm>
            <a:off x="8141408" y="4406546"/>
            <a:ext cx="369270" cy="138499"/>
          </a:xfrm>
          <a:prstGeom prst="rect">
            <a:avLst/>
          </a:prstGeom>
          <a:solidFill>
            <a:srgbClr val="92D05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지하</a:t>
            </a:r>
          </a:p>
        </p:txBody>
      </p:sp>
      <p:sp>
        <p:nvSpPr>
          <p:cNvPr id="155" name="타원 154"/>
          <p:cNvSpPr/>
          <p:nvPr/>
        </p:nvSpPr>
        <p:spPr>
          <a:xfrm flipV="1">
            <a:off x="8230132" y="4240553"/>
            <a:ext cx="170723" cy="1561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156" name="직선 연결선 155"/>
          <p:cNvCxnSpPr>
            <a:stCxn id="170" idx="3"/>
            <a:endCxn id="154" idx="1"/>
          </p:cNvCxnSpPr>
          <p:nvPr/>
        </p:nvCxnSpPr>
        <p:spPr>
          <a:xfrm>
            <a:off x="7564889" y="3951468"/>
            <a:ext cx="576519" cy="524328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TextBox 168"/>
          <p:cNvSpPr txBox="1"/>
          <p:nvPr/>
        </p:nvSpPr>
        <p:spPr>
          <a:xfrm>
            <a:off x="7017167" y="4206096"/>
            <a:ext cx="528114" cy="1384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터치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036775" y="3882218"/>
            <a:ext cx="528114" cy="1384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진공</a:t>
            </a:r>
          </a:p>
        </p:txBody>
      </p:sp>
      <p:cxnSp>
        <p:nvCxnSpPr>
          <p:cNvPr id="173" name="직선 연결선 172"/>
          <p:cNvCxnSpPr>
            <a:stCxn id="154" idx="2"/>
          </p:cNvCxnSpPr>
          <p:nvPr/>
        </p:nvCxnSpPr>
        <p:spPr>
          <a:xfrm flipH="1">
            <a:off x="8036789" y="4545045"/>
            <a:ext cx="289254" cy="324445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/>
          <p:cNvCxnSpPr>
            <a:stCxn id="154" idx="1"/>
          </p:cNvCxnSpPr>
          <p:nvPr/>
        </p:nvCxnSpPr>
        <p:spPr>
          <a:xfrm flipH="1" flipV="1">
            <a:off x="7552200" y="4302839"/>
            <a:ext cx="589208" cy="172957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TextBox 177"/>
          <p:cNvSpPr txBox="1"/>
          <p:nvPr/>
        </p:nvSpPr>
        <p:spPr>
          <a:xfrm>
            <a:off x="5982727" y="4813891"/>
            <a:ext cx="528114" cy="2769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냉각수</a:t>
            </a:r>
            <a:r>
              <a:rPr lang="en-US" altLang="ko-KR" sz="900" b="1"/>
              <a:t>/ Air</a:t>
            </a:r>
            <a:endParaRPr lang="ko-KR" altLang="en-US" sz="900" b="1"/>
          </a:p>
        </p:txBody>
      </p:sp>
      <p:sp>
        <p:nvSpPr>
          <p:cNvPr id="179" name="TextBox 178"/>
          <p:cNvSpPr txBox="1"/>
          <p:nvPr/>
        </p:nvSpPr>
        <p:spPr>
          <a:xfrm>
            <a:off x="6369432" y="4379489"/>
            <a:ext cx="369270" cy="138499"/>
          </a:xfrm>
          <a:prstGeom prst="rect">
            <a:avLst/>
          </a:prstGeom>
          <a:solidFill>
            <a:srgbClr val="92D05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지하</a:t>
            </a:r>
          </a:p>
        </p:txBody>
      </p:sp>
      <p:sp>
        <p:nvSpPr>
          <p:cNvPr id="180" name="타원 179"/>
          <p:cNvSpPr/>
          <p:nvPr/>
        </p:nvSpPr>
        <p:spPr>
          <a:xfrm flipV="1">
            <a:off x="6458156" y="4213496"/>
            <a:ext cx="170723" cy="1561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181" name="직선 연결선 180"/>
          <p:cNvCxnSpPr>
            <a:stCxn id="183" idx="3"/>
            <a:endCxn id="179" idx="1"/>
          </p:cNvCxnSpPr>
          <p:nvPr/>
        </p:nvCxnSpPr>
        <p:spPr>
          <a:xfrm>
            <a:off x="5792913" y="3924411"/>
            <a:ext cx="576519" cy="524328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TextBox 181"/>
          <p:cNvSpPr txBox="1"/>
          <p:nvPr/>
        </p:nvSpPr>
        <p:spPr>
          <a:xfrm>
            <a:off x="5245191" y="4179039"/>
            <a:ext cx="528114" cy="1384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터치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5264799" y="3855161"/>
            <a:ext cx="528114" cy="1384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진공</a:t>
            </a:r>
          </a:p>
        </p:txBody>
      </p:sp>
      <p:cxnSp>
        <p:nvCxnSpPr>
          <p:cNvPr id="184" name="직선 연결선 183"/>
          <p:cNvCxnSpPr>
            <a:stCxn id="179" idx="2"/>
          </p:cNvCxnSpPr>
          <p:nvPr/>
        </p:nvCxnSpPr>
        <p:spPr>
          <a:xfrm flipH="1">
            <a:off x="6264813" y="4517988"/>
            <a:ext cx="289254" cy="324445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/>
          <p:cNvCxnSpPr>
            <a:stCxn id="179" idx="1"/>
          </p:cNvCxnSpPr>
          <p:nvPr/>
        </p:nvCxnSpPr>
        <p:spPr>
          <a:xfrm flipH="1" flipV="1">
            <a:off x="5780224" y="4275782"/>
            <a:ext cx="589208" cy="172957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TextBox 185"/>
          <p:cNvSpPr txBox="1"/>
          <p:nvPr/>
        </p:nvSpPr>
        <p:spPr>
          <a:xfrm>
            <a:off x="4248583" y="4843031"/>
            <a:ext cx="528114" cy="2769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냉각수</a:t>
            </a:r>
            <a:r>
              <a:rPr lang="en-US" altLang="ko-KR" sz="900" b="1"/>
              <a:t>/ Air</a:t>
            </a:r>
            <a:endParaRPr lang="ko-KR" altLang="en-US" sz="900" b="1"/>
          </a:p>
        </p:txBody>
      </p:sp>
      <p:sp>
        <p:nvSpPr>
          <p:cNvPr id="187" name="TextBox 186"/>
          <p:cNvSpPr txBox="1"/>
          <p:nvPr/>
        </p:nvSpPr>
        <p:spPr>
          <a:xfrm>
            <a:off x="4635288" y="4408629"/>
            <a:ext cx="369270" cy="138499"/>
          </a:xfrm>
          <a:prstGeom prst="rect">
            <a:avLst/>
          </a:prstGeom>
          <a:solidFill>
            <a:srgbClr val="92D05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지하</a:t>
            </a:r>
          </a:p>
        </p:txBody>
      </p:sp>
      <p:sp>
        <p:nvSpPr>
          <p:cNvPr id="188" name="타원 187"/>
          <p:cNvSpPr/>
          <p:nvPr/>
        </p:nvSpPr>
        <p:spPr>
          <a:xfrm flipV="1">
            <a:off x="4724012" y="4242636"/>
            <a:ext cx="170723" cy="1561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189" name="직선 연결선 188"/>
          <p:cNvCxnSpPr>
            <a:stCxn id="191" idx="3"/>
            <a:endCxn id="187" idx="1"/>
          </p:cNvCxnSpPr>
          <p:nvPr/>
        </p:nvCxnSpPr>
        <p:spPr>
          <a:xfrm>
            <a:off x="4058769" y="3953551"/>
            <a:ext cx="576519" cy="524328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TextBox 189"/>
          <p:cNvSpPr txBox="1"/>
          <p:nvPr/>
        </p:nvSpPr>
        <p:spPr>
          <a:xfrm>
            <a:off x="3511047" y="4208179"/>
            <a:ext cx="528114" cy="1384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터치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3530655" y="3884301"/>
            <a:ext cx="528114" cy="1384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진공</a:t>
            </a:r>
          </a:p>
        </p:txBody>
      </p:sp>
      <p:cxnSp>
        <p:nvCxnSpPr>
          <p:cNvPr id="192" name="직선 연결선 191"/>
          <p:cNvCxnSpPr>
            <a:stCxn id="187" idx="2"/>
          </p:cNvCxnSpPr>
          <p:nvPr/>
        </p:nvCxnSpPr>
        <p:spPr>
          <a:xfrm flipH="1">
            <a:off x="4530669" y="4547128"/>
            <a:ext cx="289254" cy="324445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연결선 192"/>
          <p:cNvCxnSpPr>
            <a:stCxn id="187" idx="1"/>
          </p:cNvCxnSpPr>
          <p:nvPr/>
        </p:nvCxnSpPr>
        <p:spPr>
          <a:xfrm flipH="1" flipV="1">
            <a:off x="4046080" y="4304922"/>
            <a:ext cx="589208" cy="172957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TextBox 193"/>
          <p:cNvSpPr txBox="1"/>
          <p:nvPr/>
        </p:nvSpPr>
        <p:spPr>
          <a:xfrm>
            <a:off x="2514439" y="4808984"/>
            <a:ext cx="528114" cy="2769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냉각수</a:t>
            </a:r>
            <a:r>
              <a:rPr lang="en-US" altLang="ko-KR" sz="900" b="1"/>
              <a:t>/ Air</a:t>
            </a:r>
            <a:endParaRPr lang="ko-KR" altLang="en-US" sz="900" b="1"/>
          </a:p>
        </p:txBody>
      </p:sp>
      <p:sp>
        <p:nvSpPr>
          <p:cNvPr id="195" name="TextBox 194"/>
          <p:cNvSpPr txBox="1"/>
          <p:nvPr/>
        </p:nvSpPr>
        <p:spPr>
          <a:xfrm>
            <a:off x="2901144" y="4374582"/>
            <a:ext cx="369270" cy="138499"/>
          </a:xfrm>
          <a:prstGeom prst="rect">
            <a:avLst/>
          </a:prstGeom>
          <a:solidFill>
            <a:srgbClr val="92D05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지하</a:t>
            </a:r>
          </a:p>
        </p:txBody>
      </p:sp>
      <p:sp>
        <p:nvSpPr>
          <p:cNvPr id="196" name="타원 195"/>
          <p:cNvSpPr/>
          <p:nvPr/>
        </p:nvSpPr>
        <p:spPr>
          <a:xfrm flipV="1">
            <a:off x="2989868" y="4208589"/>
            <a:ext cx="170723" cy="1561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197" name="직선 연결선 196"/>
          <p:cNvCxnSpPr>
            <a:stCxn id="199" idx="3"/>
            <a:endCxn id="195" idx="1"/>
          </p:cNvCxnSpPr>
          <p:nvPr/>
        </p:nvCxnSpPr>
        <p:spPr>
          <a:xfrm>
            <a:off x="2324625" y="3919504"/>
            <a:ext cx="576519" cy="524328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TextBox 197"/>
          <p:cNvSpPr txBox="1"/>
          <p:nvPr/>
        </p:nvSpPr>
        <p:spPr>
          <a:xfrm>
            <a:off x="1776903" y="4174132"/>
            <a:ext cx="528114" cy="1384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터치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1796511" y="3850254"/>
            <a:ext cx="528114" cy="1384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진공</a:t>
            </a:r>
          </a:p>
        </p:txBody>
      </p:sp>
      <p:cxnSp>
        <p:nvCxnSpPr>
          <p:cNvPr id="200" name="직선 연결선 199"/>
          <p:cNvCxnSpPr>
            <a:stCxn id="195" idx="2"/>
          </p:cNvCxnSpPr>
          <p:nvPr/>
        </p:nvCxnSpPr>
        <p:spPr>
          <a:xfrm flipH="1">
            <a:off x="2796525" y="4513081"/>
            <a:ext cx="289254" cy="324445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직선 연결선 200"/>
          <p:cNvCxnSpPr>
            <a:stCxn id="195" idx="1"/>
          </p:cNvCxnSpPr>
          <p:nvPr/>
        </p:nvCxnSpPr>
        <p:spPr>
          <a:xfrm flipH="1" flipV="1">
            <a:off x="2311936" y="4270875"/>
            <a:ext cx="589208" cy="172957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6" name="그룹 205"/>
          <p:cNvGrpSpPr/>
          <p:nvPr/>
        </p:nvGrpSpPr>
        <p:grpSpPr>
          <a:xfrm>
            <a:off x="6074828" y="2718410"/>
            <a:ext cx="528114" cy="343845"/>
            <a:chOff x="5831943" y="1411165"/>
            <a:chExt cx="528114" cy="343845"/>
          </a:xfrm>
        </p:grpSpPr>
        <p:pic>
          <p:nvPicPr>
            <p:cNvPr id="207" name="그림 206"/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rgbClr val="C00000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5960793" y="1411165"/>
              <a:ext cx="270414" cy="343845"/>
            </a:xfrm>
            <a:prstGeom prst="rect">
              <a:avLst/>
            </a:prstGeom>
          </p:spPr>
        </p:pic>
        <p:sp>
          <p:nvSpPr>
            <p:cNvPr id="208" name="TextBox 207"/>
            <p:cNvSpPr txBox="1"/>
            <p:nvPr/>
          </p:nvSpPr>
          <p:spPr>
            <a:xfrm>
              <a:off x="5831943" y="1527294"/>
              <a:ext cx="528114" cy="138499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900" b="1"/>
                <a:t>NO. 1-03</a:t>
              </a:r>
              <a:endParaRPr lang="ko-KR" altLang="en-US" sz="900" b="1"/>
            </a:p>
          </p:txBody>
        </p:sp>
      </p:grpSp>
      <p:sp>
        <p:nvSpPr>
          <p:cNvPr id="209" name="TextBox 208"/>
          <p:cNvSpPr txBox="1"/>
          <p:nvPr/>
        </p:nvSpPr>
        <p:spPr>
          <a:xfrm>
            <a:off x="6753110" y="2593046"/>
            <a:ext cx="528114" cy="1384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보온로</a:t>
            </a:r>
            <a:r>
              <a:rPr lang="en-US" altLang="ko-KR" sz="900" b="1"/>
              <a:t>6</a:t>
            </a:r>
            <a:endParaRPr lang="ko-KR" altLang="en-US" sz="900" b="1"/>
          </a:p>
        </p:txBody>
      </p:sp>
      <p:sp>
        <p:nvSpPr>
          <p:cNvPr id="210" name="TextBox 209"/>
          <p:cNvSpPr txBox="1"/>
          <p:nvPr/>
        </p:nvSpPr>
        <p:spPr>
          <a:xfrm>
            <a:off x="7552929" y="2811786"/>
            <a:ext cx="528114" cy="1384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보온로</a:t>
            </a:r>
            <a:r>
              <a:rPr lang="en-US" altLang="ko-KR" sz="900" b="1"/>
              <a:t>5</a:t>
            </a:r>
            <a:endParaRPr lang="ko-KR" altLang="en-US" sz="900" b="1"/>
          </a:p>
        </p:txBody>
      </p:sp>
      <p:sp>
        <p:nvSpPr>
          <p:cNvPr id="211" name="TextBox 210"/>
          <p:cNvSpPr txBox="1"/>
          <p:nvPr/>
        </p:nvSpPr>
        <p:spPr>
          <a:xfrm>
            <a:off x="2940252" y="2697221"/>
            <a:ext cx="528114" cy="1384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보온로</a:t>
            </a:r>
            <a:r>
              <a:rPr lang="en-US" altLang="ko-KR" sz="900" b="1"/>
              <a:t>8</a:t>
            </a:r>
            <a:endParaRPr lang="ko-KR" altLang="en-US" sz="900" b="1"/>
          </a:p>
        </p:txBody>
      </p:sp>
      <p:sp>
        <p:nvSpPr>
          <p:cNvPr id="212" name="TextBox 211"/>
          <p:cNvSpPr txBox="1"/>
          <p:nvPr/>
        </p:nvSpPr>
        <p:spPr>
          <a:xfrm>
            <a:off x="4301299" y="2935892"/>
            <a:ext cx="528114" cy="1384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보온로</a:t>
            </a:r>
            <a:r>
              <a:rPr lang="en-US" altLang="ko-KR" sz="900" b="1"/>
              <a:t>7</a:t>
            </a:r>
            <a:endParaRPr lang="ko-KR" altLang="en-US" sz="900" b="1"/>
          </a:p>
        </p:txBody>
      </p:sp>
      <p:cxnSp>
        <p:nvCxnSpPr>
          <p:cNvPr id="213" name="직선 연결선 212"/>
          <p:cNvCxnSpPr>
            <a:stCxn id="209" idx="1"/>
            <a:endCxn id="208" idx="3"/>
          </p:cNvCxnSpPr>
          <p:nvPr/>
        </p:nvCxnSpPr>
        <p:spPr>
          <a:xfrm flipH="1">
            <a:off x="6602942" y="2662296"/>
            <a:ext cx="150168" cy="241493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직선 연결선 213"/>
          <p:cNvCxnSpPr>
            <a:stCxn id="210" idx="1"/>
            <a:endCxn id="208" idx="3"/>
          </p:cNvCxnSpPr>
          <p:nvPr/>
        </p:nvCxnSpPr>
        <p:spPr>
          <a:xfrm flipH="1">
            <a:off x="6602942" y="2881036"/>
            <a:ext cx="949987" cy="22753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직선 연결선 214"/>
          <p:cNvCxnSpPr>
            <a:stCxn id="212" idx="3"/>
            <a:endCxn id="208" idx="1"/>
          </p:cNvCxnSpPr>
          <p:nvPr/>
        </p:nvCxnSpPr>
        <p:spPr>
          <a:xfrm flipV="1">
            <a:off x="4829413" y="2903789"/>
            <a:ext cx="1245415" cy="101353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직선 연결선 221"/>
          <p:cNvCxnSpPr>
            <a:endCxn id="211" idx="3"/>
          </p:cNvCxnSpPr>
          <p:nvPr/>
        </p:nvCxnSpPr>
        <p:spPr>
          <a:xfrm flipH="1" flipV="1">
            <a:off x="3468366" y="2766471"/>
            <a:ext cx="2606462" cy="118457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8" name="표 2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0545397"/>
              </p:ext>
            </p:extLst>
          </p:nvPr>
        </p:nvGraphicFramePr>
        <p:xfrm>
          <a:off x="8906200" y="927712"/>
          <a:ext cx="1512570" cy="47121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6285">
                  <a:extLst>
                    <a:ext uri="{9D8B030D-6E8A-4147-A177-3AD203B41FA5}">
                      <a16:colId xmlns:a16="http://schemas.microsoft.com/office/drawing/2014/main" val="2919102175"/>
                    </a:ext>
                  </a:extLst>
                </a:gridCol>
                <a:gridCol w="756285">
                  <a:extLst>
                    <a:ext uri="{9D8B030D-6E8A-4147-A177-3AD203B41FA5}">
                      <a16:colId xmlns:a16="http://schemas.microsoft.com/office/drawing/2014/main" val="2704467390"/>
                    </a:ext>
                  </a:extLst>
                </a:gridCol>
              </a:tblGrid>
              <a:tr h="3578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/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/>
                        <a:t>기호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793032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/>
                        <a:t>UTP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6543583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/>
                        <a:t>STP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355155"/>
                  </a:ext>
                </a:extLst>
              </a:tr>
              <a:tr h="4411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/>
                        <a:t>전기케이블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976640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/>
                        <a:t>HI-BOX</a:t>
                      </a:r>
                    </a:p>
                    <a:p>
                      <a:pPr algn="ctr" latinLnBrk="1"/>
                      <a:r>
                        <a:rPr lang="en-US" altLang="ko-KR" sz="1200" b="1"/>
                        <a:t>(</a:t>
                      </a:r>
                      <a:r>
                        <a:rPr lang="ko-KR" altLang="en-US" sz="1200" b="1"/>
                        <a:t>허브</a:t>
                      </a:r>
                      <a:r>
                        <a:rPr lang="en-US" altLang="ko-KR" sz="1200" b="1"/>
                        <a:t>)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526003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/>
                        <a:t>공유기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1054381"/>
                  </a:ext>
                </a:extLst>
              </a:tr>
              <a:tr h="4411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/>
                        <a:t>무선</a:t>
                      </a:r>
                      <a:r>
                        <a:rPr lang="en-US" altLang="ko-KR" sz="1200" b="1"/>
                        <a:t>AP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245163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/>
                        <a:t>iptime</a:t>
                      </a:r>
                    </a:p>
                    <a:p>
                      <a:pPr algn="ctr" latinLnBrk="1"/>
                      <a:r>
                        <a:rPr lang="en-US" altLang="ko-KR" sz="1200" b="1"/>
                        <a:t>(8port)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5588136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/>
                        <a:t>기타</a:t>
                      </a:r>
                      <a:r>
                        <a:rPr lang="en-US" altLang="ko-KR" sz="1200" b="1"/>
                        <a:t>.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218675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/>
                        <a:t>Point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0689422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Main</a:t>
                      </a:r>
                    </a:p>
                    <a:p>
                      <a:pPr algn="ctr" latinLnBrk="1"/>
                      <a:r>
                        <a:rPr lang="ko-KR" altLang="en-US" sz="1200"/>
                        <a:t>공유기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07085"/>
                  </a:ext>
                </a:extLst>
              </a:tr>
            </a:tbl>
          </a:graphicData>
        </a:graphic>
      </p:graphicFrame>
      <p:cxnSp>
        <p:nvCxnSpPr>
          <p:cNvPr id="229" name="직선 연결선 228"/>
          <p:cNvCxnSpPr/>
          <p:nvPr/>
        </p:nvCxnSpPr>
        <p:spPr>
          <a:xfrm flipV="1">
            <a:off x="9698628" y="1465278"/>
            <a:ext cx="700213" cy="762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직선 연결선 229"/>
          <p:cNvCxnSpPr/>
          <p:nvPr/>
        </p:nvCxnSpPr>
        <p:spPr>
          <a:xfrm flipV="1">
            <a:off x="9698628" y="2303928"/>
            <a:ext cx="700213" cy="762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직선 연결선 230"/>
          <p:cNvCxnSpPr/>
          <p:nvPr/>
        </p:nvCxnSpPr>
        <p:spPr>
          <a:xfrm flipV="1">
            <a:off x="9698628" y="1875950"/>
            <a:ext cx="700213" cy="762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2" name="그림 2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8001" y="3512842"/>
            <a:ext cx="338850" cy="326748"/>
          </a:xfrm>
          <a:prstGeom prst="rect">
            <a:avLst/>
          </a:prstGeom>
        </p:spPr>
      </p:pic>
      <p:pic>
        <p:nvPicPr>
          <p:cNvPr id="233" name="그림 2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8993" y="3047960"/>
            <a:ext cx="492987" cy="374464"/>
          </a:xfrm>
          <a:prstGeom prst="rect">
            <a:avLst/>
          </a:prstGeom>
        </p:spPr>
      </p:pic>
      <p:grpSp>
        <p:nvGrpSpPr>
          <p:cNvPr id="234" name="그룹 233"/>
          <p:cNvGrpSpPr/>
          <p:nvPr/>
        </p:nvGrpSpPr>
        <p:grpSpPr>
          <a:xfrm>
            <a:off x="9724910" y="2606440"/>
            <a:ext cx="528114" cy="343845"/>
            <a:chOff x="5831943" y="1411165"/>
            <a:chExt cx="528114" cy="343845"/>
          </a:xfrm>
        </p:grpSpPr>
        <p:pic>
          <p:nvPicPr>
            <p:cNvPr id="235" name="그림 234"/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rgbClr val="C00000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5960793" y="1411165"/>
              <a:ext cx="270414" cy="343845"/>
            </a:xfrm>
            <a:prstGeom prst="rect">
              <a:avLst/>
            </a:prstGeom>
          </p:spPr>
        </p:pic>
        <p:sp>
          <p:nvSpPr>
            <p:cNvPr id="236" name="TextBox 235"/>
            <p:cNvSpPr txBox="1"/>
            <p:nvPr/>
          </p:nvSpPr>
          <p:spPr>
            <a:xfrm>
              <a:off x="5831943" y="1527294"/>
              <a:ext cx="528114" cy="138499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900" b="1"/>
                <a:t>NO. x-xx</a:t>
              </a:r>
              <a:endParaRPr lang="ko-KR" altLang="en-US" sz="900" b="1"/>
            </a:p>
          </p:txBody>
        </p:sp>
      </p:grpSp>
      <p:sp>
        <p:nvSpPr>
          <p:cNvPr id="237" name="TextBox 236"/>
          <p:cNvSpPr txBox="1"/>
          <p:nvPr/>
        </p:nvSpPr>
        <p:spPr>
          <a:xfrm>
            <a:off x="9010738" y="423698"/>
            <a:ext cx="1375779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/>
              <a:t>PAGE 2/5</a:t>
            </a:r>
            <a:endParaRPr lang="ko-KR" altLang="en-US"/>
          </a:p>
        </p:txBody>
      </p:sp>
      <p:sp>
        <p:nvSpPr>
          <p:cNvPr id="238" name="타원 237"/>
          <p:cNvSpPr/>
          <p:nvPr/>
        </p:nvSpPr>
        <p:spPr>
          <a:xfrm flipV="1">
            <a:off x="9949925" y="5291568"/>
            <a:ext cx="170723" cy="1561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39" name="타원 238"/>
          <p:cNvSpPr/>
          <p:nvPr/>
        </p:nvSpPr>
        <p:spPr>
          <a:xfrm flipV="1">
            <a:off x="9949925" y="4869490"/>
            <a:ext cx="170723" cy="1561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40" name="타원 239"/>
          <p:cNvSpPr/>
          <p:nvPr/>
        </p:nvSpPr>
        <p:spPr>
          <a:xfrm flipV="1">
            <a:off x="9940648" y="4027450"/>
            <a:ext cx="170723" cy="1561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381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그림 150"/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33601" t="31974" r="36084" b="30869"/>
          <a:stretch/>
        </p:blipFill>
        <p:spPr>
          <a:xfrm>
            <a:off x="183336" y="927712"/>
            <a:ext cx="8594014" cy="528006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8" name="TextBox 57"/>
          <p:cNvSpPr txBox="1"/>
          <p:nvPr/>
        </p:nvSpPr>
        <p:spPr>
          <a:xfrm>
            <a:off x="300263" y="301860"/>
            <a:ext cx="721496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/>
              <a:t>우수 </a:t>
            </a:r>
            <a:r>
              <a:rPr lang="en-US" altLang="ko-KR"/>
              <a:t>CASCO </a:t>
            </a:r>
            <a:r>
              <a:rPr lang="ko-KR" altLang="en-US"/>
              <a:t>네트워크 구성도 </a:t>
            </a:r>
            <a:r>
              <a:rPr lang="en-US" altLang="ko-KR"/>
              <a:t>(</a:t>
            </a:r>
            <a:r>
              <a:rPr lang="ko-KR" altLang="en-US"/>
              <a:t>지하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2" name="직사각형 1"/>
          <p:cNvSpPr/>
          <p:nvPr/>
        </p:nvSpPr>
        <p:spPr>
          <a:xfrm>
            <a:off x="1143000" y="3124200"/>
            <a:ext cx="7505699" cy="495300"/>
          </a:xfrm>
          <a:prstGeom prst="rect">
            <a:avLst/>
          </a:prstGeom>
          <a:solidFill>
            <a:schemeClr val="accent4">
              <a:lumMod val="40000"/>
              <a:lumOff val="60000"/>
              <a:alpha val="5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/>
          <p:cNvSpPr/>
          <p:nvPr/>
        </p:nvSpPr>
        <p:spPr>
          <a:xfrm>
            <a:off x="2102477" y="1849376"/>
            <a:ext cx="759505" cy="1254153"/>
          </a:xfrm>
          <a:prstGeom prst="rect">
            <a:avLst/>
          </a:prstGeom>
          <a:solidFill>
            <a:schemeClr val="accent4">
              <a:lumMod val="40000"/>
              <a:lumOff val="60000"/>
              <a:alpha val="5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/>
          <p:cNvSpPr/>
          <p:nvPr/>
        </p:nvSpPr>
        <p:spPr>
          <a:xfrm>
            <a:off x="2820321" y="3621121"/>
            <a:ext cx="759505" cy="1254153"/>
          </a:xfrm>
          <a:prstGeom prst="rect">
            <a:avLst/>
          </a:prstGeom>
          <a:solidFill>
            <a:schemeClr val="accent4">
              <a:lumMod val="40000"/>
              <a:lumOff val="60000"/>
              <a:alpha val="5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/>
          <p:cNvSpPr/>
          <p:nvPr/>
        </p:nvSpPr>
        <p:spPr>
          <a:xfrm>
            <a:off x="3556294" y="1849376"/>
            <a:ext cx="759505" cy="1254153"/>
          </a:xfrm>
          <a:prstGeom prst="rect">
            <a:avLst/>
          </a:prstGeom>
          <a:solidFill>
            <a:schemeClr val="accent4">
              <a:lumMod val="40000"/>
              <a:lumOff val="60000"/>
              <a:alpha val="5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/>
          <p:cNvSpPr/>
          <p:nvPr/>
        </p:nvSpPr>
        <p:spPr>
          <a:xfrm>
            <a:off x="4284849" y="3621121"/>
            <a:ext cx="759505" cy="1254153"/>
          </a:xfrm>
          <a:prstGeom prst="rect">
            <a:avLst/>
          </a:prstGeom>
          <a:solidFill>
            <a:schemeClr val="accent4">
              <a:lumMod val="40000"/>
              <a:lumOff val="60000"/>
              <a:alpha val="5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/>
          <p:cNvSpPr/>
          <p:nvPr/>
        </p:nvSpPr>
        <p:spPr>
          <a:xfrm>
            <a:off x="5010111" y="1849376"/>
            <a:ext cx="759505" cy="1254153"/>
          </a:xfrm>
          <a:prstGeom prst="rect">
            <a:avLst/>
          </a:prstGeom>
          <a:solidFill>
            <a:schemeClr val="accent4">
              <a:lumMod val="40000"/>
              <a:lumOff val="60000"/>
              <a:alpha val="5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/>
          <p:cNvSpPr/>
          <p:nvPr/>
        </p:nvSpPr>
        <p:spPr>
          <a:xfrm>
            <a:off x="6463928" y="1849376"/>
            <a:ext cx="759505" cy="1254153"/>
          </a:xfrm>
          <a:prstGeom prst="rect">
            <a:avLst/>
          </a:prstGeom>
          <a:solidFill>
            <a:schemeClr val="accent4">
              <a:lumMod val="40000"/>
              <a:lumOff val="60000"/>
              <a:alpha val="5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/>
          <p:cNvSpPr/>
          <p:nvPr/>
        </p:nvSpPr>
        <p:spPr>
          <a:xfrm>
            <a:off x="7917744" y="1849376"/>
            <a:ext cx="759505" cy="1254153"/>
          </a:xfrm>
          <a:prstGeom prst="rect">
            <a:avLst/>
          </a:prstGeom>
          <a:solidFill>
            <a:schemeClr val="accent4">
              <a:lumMod val="40000"/>
              <a:lumOff val="60000"/>
              <a:alpha val="5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/>
          <p:cNvSpPr/>
          <p:nvPr/>
        </p:nvSpPr>
        <p:spPr>
          <a:xfrm>
            <a:off x="5749377" y="3621121"/>
            <a:ext cx="759505" cy="1254153"/>
          </a:xfrm>
          <a:prstGeom prst="rect">
            <a:avLst/>
          </a:prstGeom>
          <a:solidFill>
            <a:schemeClr val="accent4">
              <a:lumMod val="40000"/>
              <a:lumOff val="60000"/>
              <a:alpha val="5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/>
          <p:cNvSpPr/>
          <p:nvPr/>
        </p:nvSpPr>
        <p:spPr>
          <a:xfrm>
            <a:off x="7213904" y="3621121"/>
            <a:ext cx="759505" cy="1254153"/>
          </a:xfrm>
          <a:prstGeom prst="rect">
            <a:avLst/>
          </a:prstGeom>
          <a:solidFill>
            <a:schemeClr val="accent4">
              <a:lumMod val="40000"/>
              <a:lumOff val="60000"/>
              <a:alpha val="5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/>
          <p:cNvSpPr/>
          <p:nvPr/>
        </p:nvSpPr>
        <p:spPr>
          <a:xfrm flipV="1">
            <a:off x="4700177" y="3045340"/>
            <a:ext cx="170723" cy="1561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9" name="타원 48"/>
          <p:cNvSpPr/>
          <p:nvPr/>
        </p:nvSpPr>
        <p:spPr>
          <a:xfrm flipV="1">
            <a:off x="4881261" y="3054217"/>
            <a:ext cx="170723" cy="1561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0" name="타원 49"/>
          <p:cNvSpPr/>
          <p:nvPr/>
        </p:nvSpPr>
        <p:spPr>
          <a:xfrm flipV="1">
            <a:off x="3542870" y="2382021"/>
            <a:ext cx="170723" cy="1561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1" name="타원 50"/>
          <p:cNvSpPr/>
          <p:nvPr/>
        </p:nvSpPr>
        <p:spPr>
          <a:xfrm flipV="1">
            <a:off x="7977777" y="2343987"/>
            <a:ext cx="170723" cy="1561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2" name="타원 51"/>
          <p:cNvSpPr/>
          <p:nvPr/>
        </p:nvSpPr>
        <p:spPr>
          <a:xfrm flipV="1">
            <a:off x="6576129" y="2411327"/>
            <a:ext cx="170723" cy="1561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3" name="타원 52"/>
          <p:cNvSpPr/>
          <p:nvPr/>
        </p:nvSpPr>
        <p:spPr>
          <a:xfrm flipV="1">
            <a:off x="4999709" y="2382021"/>
            <a:ext cx="170723" cy="1561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54" name="직선 연결선 53"/>
          <p:cNvCxnSpPr>
            <a:stCxn id="49" idx="4"/>
            <a:endCxn id="53" idx="0"/>
          </p:cNvCxnSpPr>
          <p:nvPr/>
        </p:nvCxnSpPr>
        <p:spPr>
          <a:xfrm flipV="1">
            <a:off x="4966623" y="2538121"/>
            <a:ext cx="118448" cy="516096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>
            <a:stCxn id="52" idx="2"/>
            <a:endCxn id="53" idx="7"/>
          </p:cNvCxnSpPr>
          <p:nvPr/>
        </p:nvCxnSpPr>
        <p:spPr>
          <a:xfrm flipH="1">
            <a:off x="5145430" y="2489377"/>
            <a:ext cx="1430699" cy="25884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>
            <a:stCxn id="52" idx="7"/>
            <a:endCxn id="51" idx="2"/>
          </p:cNvCxnSpPr>
          <p:nvPr/>
        </p:nvCxnSpPr>
        <p:spPr>
          <a:xfrm flipV="1">
            <a:off x="6721850" y="2422037"/>
            <a:ext cx="1255927" cy="12253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 flipH="1">
            <a:off x="3727017" y="2476452"/>
            <a:ext cx="1272692" cy="11214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/>
          <p:cNvCxnSpPr>
            <a:stCxn id="48" idx="0"/>
            <a:endCxn id="67" idx="5"/>
          </p:cNvCxnSpPr>
          <p:nvPr/>
        </p:nvCxnSpPr>
        <p:spPr>
          <a:xfrm>
            <a:off x="4785539" y="3201440"/>
            <a:ext cx="256031" cy="100497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타원 66"/>
          <p:cNvSpPr/>
          <p:nvPr/>
        </p:nvSpPr>
        <p:spPr>
          <a:xfrm flipV="1">
            <a:off x="4895849" y="4183550"/>
            <a:ext cx="170723" cy="1561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0" name="TextBox 69"/>
          <p:cNvSpPr txBox="1"/>
          <p:nvPr/>
        </p:nvSpPr>
        <p:spPr>
          <a:xfrm>
            <a:off x="3116137" y="4201151"/>
            <a:ext cx="528114" cy="415498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 </a:t>
            </a:r>
            <a:r>
              <a:rPr lang="en-US" altLang="ko-KR" sz="900" b="1"/>
              <a:t>DIO</a:t>
            </a:r>
          </a:p>
          <a:p>
            <a:pPr algn="ctr"/>
            <a:r>
              <a:rPr lang="en-US" altLang="ko-KR" sz="900" b="1"/>
              <a:t>(</a:t>
            </a:r>
            <a:r>
              <a:rPr lang="ko-KR" altLang="en-US" sz="900" b="1"/>
              <a:t>냉각수</a:t>
            </a:r>
            <a:endParaRPr lang="en-US" altLang="ko-KR" sz="900" b="1"/>
          </a:p>
          <a:p>
            <a:pPr algn="ctr"/>
            <a:r>
              <a:rPr lang="en-US" altLang="ko-KR" sz="900" b="1"/>
              <a:t>,Air)</a:t>
            </a:r>
            <a:endParaRPr lang="ko-KR" altLang="en-US" sz="900" b="1"/>
          </a:p>
        </p:txBody>
      </p:sp>
      <p:sp>
        <p:nvSpPr>
          <p:cNvPr id="71" name="TextBox 70"/>
          <p:cNvSpPr txBox="1"/>
          <p:nvPr/>
        </p:nvSpPr>
        <p:spPr>
          <a:xfrm>
            <a:off x="4681379" y="4399713"/>
            <a:ext cx="528114" cy="415498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 </a:t>
            </a:r>
            <a:r>
              <a:rPr lang="en-US" altLang="ko-KR" sz="900" b="1"/>
              <a:t>DIO</a:t>
            </a:r>
          </a:p>
          <a:p>
            <a:pPr algn="ctr"/>
            <a:r>
              <a:rPr lang="en-US" altLang="ko-KR" sz="900" b="1"/>
              <a:t>(</a:t>
            </a:r>
            <a:r>
              <a:rPr lang="ko-KR" altLang="en-US" sz="900" b="1"/>
              <a:t>냉각수</a:t>
            </a:r>
            <a:endParaRPr lang="en-US" altLang="ko-KR" sz="900" b="1"/>
          </a:p>
          <a:p>
            <a:pPr algn="ctr"/>
            <a:r>
              <a:rPr lang="en-US" altLang="ko-KR" sz="900" b="1"/>
              <a:t>,Air)</a:t>
            </a:r>
            <a:endParaRPr lang="ko-KR" altLang="en-US" sz="900" b="1"/>
          </a:p>
        </p:txBody>
      </p:sp>
      <p:sp>
        <p:nvSpPr>
          <p:cNvPr id="73" name="TextBox 72"/>
          <p:cNvSpPr txBox="1"/>
          <p:nvPr/>
        </p:nvSpPr>
        <p:spPr>
          <a:xfrm>
            <a:off x="6145906" y="4256034"/>
            <a:ext cx="528114" cy="415498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 </a:t>
            </a:r>
            <a:r>
              <a:rPr lang="en-US" altLang="ko-KR" sz="900" b="1"/>
              <a:t>DIO</a:t>
            </a:r>
          </a:p>
          <a:p>
            <a:pPr algn="ctr"/>
            <a:r>
              <a:rPr lang="en-US" altLang="ko-KR" sz="900" b="1"/>
              <a:t>(</a:t>
            </a:r>
            <a:r>
              <a:rPr lang="ko-KR" altLang="en-US" sz="900" b="1"/>
              <a:t>냉각수</a:t>
            </a:r>
            <a:endParaRPr lang="en-US" altLang="ko-KR" sz="900" b="1"/>
          </a:p>
          <a:p>
            <a:pPr algn="ctr"/>
            <a:r>
              <a:rPr lang="en-US" altLang="ko-KR" sz="900" b="1"/>
              <a:t>,Air)</a:t>
            </a:r>
            <a:endParaRPr lang="ko-KR" altLang="en-US" sz="900" b="1"/>
          </a:p>
        </p:txBody>
      </p:sp>
      <p:sp>
        <p:nvSpPr>
          <p:cNvPr id="74" name="TextBox 73"/>
          <p:cNvSpPr txBox="1"/>
          <p:nvPr/>
        </p:nvSpPr>
        <p:spPr>
          <a:xfrm>
            <a:off x="7649331" y="4228439"/>
            <a:ext cx="528114" cy="415498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 </a:t>
            </a:r>
            <a:r>
              <a:rPr lang="en-US" altLang="ko-KR" sz="900" b="1"/>
              <a:t>DIO</a:t>
            </a:r>
          </a:p>
          <a:p>
            <a:pPr algn="ctr"/>
            <a:r>
              <a:rPr lang="en-US" altLang="ko-KR" sz="900" b="1"/>
              <a:t>(</a:t>
            </a:r>
            <a:r>
              <a:rPr lang="ko-KR" altLang="en-US" sz="900" b="1"/>
              <a:t>냉각수</a:t>
            </a:r>
            <a:endParaRPr lang="en-US" altLang="ko-KR" sz="900" b="1"/>
          </a:p>
          <a:p>
            <a:pPr algn="ctr"/>
            <a:r>
              <a:rPr lang="en-US" altLang="ko-KR" sz="900" b="1"/>
              <a:t>,Air)</a:t>
            </a:r>
            <a:endParaRPr lang="ko-KR" altLang="en-US" sz="900" b="1"/>
          </a:p>
        </p:txBody>
      </p:sp>
      <p:cxnSp>
        <p:nvCxnSpPr>
          <p:cNvPr id="75" name="직선 연결선 74"/>
          <p:cNvCxnSpPr>
            <a:stCxn id="70" idx="3"/>
            <a:endCxn id="67" idx="1"/>
          </p:cNvCxnSpPr>
          <p:nvPr/>
        </p:nvCxnSpPr>
        <p:spPr>
          <a:xfrm flipV="1">
            <a:off x="3644251" y="4316790"/>
            <a:ext cx="1276600" cy="9211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/>
          <p:cNvCxnSpPr>
            <a:stCxn id="73" idx="1"/>
          </p:cNvCxnSpPr>
          <p:nvPr/>
        </p:nvCxnSpPr>
        <p:spPr>
          <a:xfrm flipH="1" flipV="1">
            <a:off x="5085070" y="4283650"/>
            <a:ext cx="1060836" cy="180133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/>
          <p:cNvCxnSpPr>
            <a:stCxn id="74" idx="0"/>
            <a:endCxn id="52" idx="7"/>
          </p:cNvCxnSpPr>
          <p:nvPr/>
        </p:nvCxnSpPr>
        <p:spPr>
          <a:xfrm flipH="1" flipV="1">
            <a:off x="6721850" y="2544567"/>
            <a:ext cx="1191538" cy="1683872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3936046" y="5123133"/>
            <a:ext cx="528114" cy="2769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900" b="1"/>
              <a:t>3</a:t>
            </a:r>
            <a:r>
              <a:rPr lang="ko-KR" altLang="en-US" sz="900" b="1"/>
              <a:t>호기진공</a:t>
            </a:r>
            <a:endParaRPr lang="en-US" altLang="ko-KR" sz="900" b="1"/>
          </a:p>
          <a:p>
            <a:pPr algn="ctr"/>
            <a:r>
              <a:rPr lang="en-US" altLang="ko-KR" sz="900" b="1"/>
              <a:t>(</a:t>
            </a:r>
            <a:r>
              <a:rPr lang="ko-KR" altLang="en-US" sz="900" b="1"/>
              <a:t>지상</a:t>
            </a:r>
            <a:r>
              <a:rPr lang="en-US" altLang="ko-KR" sz="900" b="1"/>
              <a:t>)</a:t>
            </a:r>
            <a:endParaRPr lang="ko-KR" altLang="en-US" sz="900" b="1"/>
          </a:p>
        </p:txBody>
      </p:sp>
      <p:cxnSp>
        <p:nvCxnSpPr>
          <p:cNvPr id="81" name="직선 연결선 80"/>
          <p:cNvCxnSpPr>
            <a:stCxn id="80" idx="0"/>
            <a:endCxn id="67" idx="2"/>
          </p:cNvCxnSpPr>
          <p:nvPr/>
        </p:nvCxnSpPr>
        <p:spPr>
          <a:xfrm flipV="1">
            <a:off x="4200103" y="4261600"/>
            <a:ext cx="695746" cy="861533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3787685" y="1867513"/>
            <a:ext cx="528114" cy="2769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냉각수</a:t>
            </a:r>
            <a:r>
              <a:rPr lang="en-US" altLang="ko-KR" sz="900" b="1"/>
              <a:t>/ Air</a:t>
            </a:r>
            <a:endParaRPr lang="ko-KR" altLang="en-US" sz="900" b="1"/>
          </a:p>
        </p:txBody>
      </p:sp>
      <p:cxnSp>
        <p:nvCxnSpPr>
          <p:cNvPr id="85" name="직선 연결선 84"/>
          <p:cNvCxnSpPr>
            <a:stCxn id="86" idx="2"/>
            <a:endCxn id="50" idx="4"/>
          </p:cNvCxnSpPr>
          <p:nvPr/>
        </p:nvCxnSpPr>
        <p:spPr>
          <a:xfrm>
            <a:off x="3478403" y="1752532"/>
            <a:ext cx="149829" cy="629489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3214346" y="1614033"/>
            <a:ext cx="528114" cy="1384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터치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869362" y="1859205"/>
            <a:ext cx="528114" cy="1384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진공</a:t>
            </a:r>
          </a:p>
        </p:txBody>
      </p:sp>
      <p:cxnSp>
        <p:nvCxnSpPr>
          <p:cNvPr id="89" name="직선 연결선 88"/>
          <p:cNvCxnSpPr>
            <a:stCxn id="84" idx="2"/>
            <a:endCxn id="50" idx="4"/>
          </p:cNvCxnSpPr>
          <p:nvPr/>
        </p:nvCxnSpPr>
        <p:spPr>
          <a:xfrm flipH="1">
            <a:off x="3628232" y="2144512"/>
            <a:ext cx="423510" cy="237509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/>
          <p:cNvCxnSpPr>
            <a:stCxn id="50" idx="4"/>
            <a:endCxn id="88" idx="2"/>
          </p:cNvCxnSpPr>
          <p:nvPr/>
        </p:nvCxnSpPr>
        <p:spPr>
          <a:xfrm flipH="1" flipV="1">
            <a:off x="3133419" y="1997704"/>
            <a:ext cx="494813" cy="384317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5292194" y="1896819"/>
            <a:ext cx="528114" cy="2769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냉각수</a:t>
            </a:r>
            <a:r>
              <a:rPr lang="en-US" altLang="ko-KR" sz="900" b="1"/>
              <a:t>/ Air</a:t>
            </a:r>
            <a:endParaRPr lang="ko-KR" altLang="en-US" sz="900" b="1"/>
          </a:p>
        </p:txBody>
      </p:sp>
      <p:cxnSp>
        <p:nvCxnSpPr>
          <p:cNvPr id="113" name="직선 연결선 112"/>
          <p:cNvCxnSpPr>
            <a:stCxn id="114" idx="2"/>
          </p:cNvCxnSpPr>
          <p:nvPr/>
        </p:nvCxnSpPr>
        <p:spPr>
          <a:xfrm>
            <a:off x="4982912" y="1781838"/>
            <a:ext cx="149829" cy="629489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4718855" y="1643339"/>
            <a:ext cx="528114" cy="1384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터치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373871" y="1888511"/>
            <a:ext cx="528114" cy="1384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진공</a:t>
            </a:r>
          </a:p>
        </p:txBody>
      </p:sp>
      <p:cxnSp>
        <p:nvCxnSpPr>
          <p:cNvPr id="116" name="직선 연결선 115"/>
          <p:cNvCxnSpPr>
            <a:stCxn id="112" idx="2"/>
          </p:cNvCxnSpPr>
          <p:nvPr/>
        </p:nvCxnSpPr>
        <p:spPr>
          <a:xfrm flipH="1">
            <a:off x="5132741" y="2173818"/>
            <a:ext cx="423510" cy="237509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연결선 116"/>
          <p:cNvCxnSpPr>
            <a:endCxn id="115" idx="2"/>
          </p:cNvCxnSpPr>
          <p:nvPr/>
        </p:nvCxnSpPr>
        <p:spPr>
          <a:xfrm flipH="1" flipV="1">
            <a:off x="4637928" y="2027010"/>
            <a:ext cx="494813" cy="384317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6792077" y="1877378"/>
            <a:ext cx="528114" cy="2769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냉각수</a:t>
            </a:r>
            <a:r>
              <a:rPr lang="en-US" altLang="ko-KR" sz="900" b="1"/>
              <a:t>/ Air</a:t>
            </a:r>
            <a:endParaRPr lang="ko-KR" altLang="en-US" sz="900" b="1"/>
          </a:p>
        </p:txBody>
      </p:sp>
      <p:cxnSp>
        <p:nvCxnSpPr>
          <p:cNvPr id="119" name="직선 연결선 118"/>
          <p:cNvCxnSpPr>
            <a:stCxn id="120" idx="2"/>
          </p:cNvCxnSpPr>
          <p:nvPr/>
        </p:nvCxnSpPr>
        <p:spPr>
          <a:xfrm>
            <a:off x="6482795" y="1762397"/>
            <a:ext cx="149829" cy="629489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6218738" y="1623898"/>
            <a:ext cx="528114" cy="1384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터치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873754" y="1869070"/>
            <a:ext cx="528114" cy="1384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진공</a:t>
            </a:r>
          </a:p>
        </p:txBody>
      </p:sp>
      <p:cxnSp>
        <p:nvCxnSpPr>
          <p:cNvPr id="122" name="직선 연결선 121"/>
          <p:cNvCxnSpPr>
            <a:stCxn id="118" idx="2"/>
          </p:cNvCxnSpPr>
          <p:nvPr/>
        </p:nvCxnSpPr>
        <p:spPr>
          <a:xfrm flipH="1">
            <a:off x="6632624" y="2154377"/>
            <a:ext cx="423510" cy="237509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연결선 122"/>
          <p:cNvCxnSpPr>
            <a:endCxn id="121" idx="2"/>
          </p:cNvCxnSpPr>
          <p:nvPr/>
        </p:nvCxnSpPr>
        <p:spPr>
          <a:xfrm flipH="1" flipV="1">
            <a:off x="6137811" y="2007569"/>
            <a:ext cx="494813" cy="384317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8257542" y="1854609"/>
            <a:ext cx="528114" cy="2769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냉각수</a:t>
            </a:r>
            <a:r>
              <a:rPr lang="en-US" altLang="ko-KR" sz="900" b="1"/>
              <a:t>/ Air</a:t>
            </a:r>
            <a:endParaRPr lang="ko-KR" altLang="en-US" sz="900" b="1"/>
          </a:p>
        </p:txBody>
      </p:sp>
      <p:cxnSp>
        <p:nvCxnSpPr>
          <p:cNvPr id="125" name="직선 연결선 124"/>
          <p:cNvCxnSpPr>
            <a:stCxn id="126" idx="2"/>
          </p:cNvCxnSpPr>
          <p:nvPr/>
        </p:nvCxnSpPr>
        <p:spPr>
          <a:xfrm>
            <a:off x="7948260" y="1739628"/>
            <a:ext cx="149829" cy="629489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7684203" y="1601129"/>
            <a:ext cx="528114" cy="1384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터치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339219" y="1846301"/>
            <a:ext cx="528114" cy="1384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진공</a:t>
            </a:r>
          </a:p>
        </p:txBody>
      </p:sp>
      <p:cxnSp>
        <p:nvCxnSpPr>
          <p:cNvPr id="128" name="직선 연결선 127"/>
          <p:cNvCxnSpPr>
            <a:stCxn id="124" idx="2"/>
          </p:cNvCxnSpPr>
          <p:nvPr/>
        </p:nvCxnSpPr>
        <p:spPr>
          <a:xfrm flipH="1">
            <a:off x="8098089" y="2131608"/>
            <a:ext cx="423510" cy="237509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직선 연결선 128"/>
          <p:cNvCxnSpPr>
            <a:endCxn id="127" idx="2"/>
          </p:cNvCxnSpPr>
          <p:nvPr/>
        </p:nvCxnSpPr>
        <p:spPr>
          <a:xfrm flipH="1" flipV="1">
            <a:off x="7603276" y="1984800"/>
            <a:ext cx="494813" cy="384317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직사각형 133"/>
          <p:cNvSpPr/>
          <p:nvPr/>
        </p:nvSpPr>
        <p:spPr>
          <a:xfrm>
            <a:off x="2733675" y="1552887"/>
            <a:ext cx="6189606" cy="781491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5" name="TextBox 134"/>
          <p:cNvSpPr txBox="1"/>
          <p:nvPr/>
        </p:nvSpPr>
        <p:spPr>
          <a:xfrm>
            <a:off x="4138287" y="1393710"/>
            <a:ext cx="528114" cy="2769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지상으로 연결됨</a:t>
            </a:r>
          </a:p>
        </p:txBody>
      </p:sp>
      <p:graphicFrame>
        <p:nvGraphicFramePr>
          <p:cNvPr id="137" name="표 1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7939682"/>
              </p:ext>
            </p:extLst>
          </p:nvPr>
        </p:nvGraphicFramePr>
        <p:xfrm>
          <a:off x="8982400" y="927712"/>
          <a:ext cx="1512570" cy="47121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6285">
                  <a:extLst>
                    <a:ext uri="{9D8B030D-6E8A-4147-A177-3AD203B41FA5}">
                      <a16:colId xmlns:a16="http://schemas.microsoft.com/office/drawing/2014/main" val="2919102175"/>
                    </a:ext>
                  </a:extLst>
                </a:gridCol>
                <a:gridCol w="756285">
                  <a:extLst>
                    <a:ext uri="{9D8B030D-6E8A-4147-A177-3AD203B41FA5}">
                      <a16:colId xmlns:a16="http://schemas.microsoft.com/office/drawing/2014/main" val="2704467390"/>
                    </a:ext>
                  </a:extLst>
                </a:gridCol>
              </a:tblGrid>
              <a:tr h="3578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/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/>
                        <a:t>기호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793032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/>
                        <a:t>UTP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6543583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/>
                        <a:t>STP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355155"/>
                  </a:ext>
                </a:extLst>
              </a:tr>
              <a:tr h="4411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/>
                        <a:t>전기케이블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976640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/>
                        <a:t>HI-BOX</a:t>
                      </a:r>
                    </a:p>
                    <a:p>
                      <a:pPr algn="ctr" latinLnBrk="1"/>
                      <a:r>
                        <a:rPr lang="en-US" altLang="ko-KR" sz="1200" b="1"/>
                        <a:t>(</a:t>
                      </a:r>
                      <a:r>
                        <a:rPr lang="ko-KR" altLang="en-US" sz="1200" b="1"/>
                        <a:t>허브</a:t>
                      </a:r>
                      <a:r>
                        <a:rPr lang="en-US" altLang="ko-KR" sz="1200" b="1"/>
                        <a:t>)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526003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/>
                        <a:t>공유기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1054381"/>
                  </a:ext>
                </a:extLst>
              </a:tr>
              <a:tr h="4411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/>
                        <a:t>무선</a:t>
                      </a:r>
                      <a:r>
                        <a:rPr lang="en-US" altLang="ko-KR" sz="1200" b="1"/>
                        <a:t>AP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245163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/>
                        <a:t>iptime</a:t>
                      </a:r>
                    </a:p>
                    <a:p>
                      <a:pPr algn="ctr" latinLnBrk="1"/>
                      <a:r>
                        <a:rPr lang="en-US" altLang="ko-KR" sz="1200" b="1"/>
                        <a:t>(8port)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5588136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/>
                        <a:t>기타</a:t>
                      </a:r>
                      <a:r>
                        <a:rPr lang="en-US" altLang="ko-KR" sz="1200" b="1"/>
                        <a:t>.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218675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/>
                        <a:t>Point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0689422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Main</a:t>
                      </a:r>
                    </a:p>
                    <a:p>
                      <a:pPr algn="ctr" latinLnBrk="1"/>
                      <a:r>
                        <a:rPr lang="ko-KR" altLang="en-US" sz="1200"/>
                        <a:t>공유기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07085"/>
                  </a:ext>
                </a:extLst>
              </a:tr>
            </a:tbl>
          </a:graphicData>
        </a:graphic>
      </p:graphicFrame>
      <p:cxnSp>
        <p:nvCxnSpPr>
          <p:cNvPr id="138" name="직선 연결선 137"/>
          <p:cNvCxnSpPr/>
          <p:nvPr/>
        </p:nvCxnSpPr>
        <p:spPr>
          <a:xfrm flipV="1">
            <a:off x="9774828" y="1465278"/>
            <a:ext cx="700213" cy="762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연결선 138"/>
          <p:cNvCxnSpPr/>
          <p:nvPr/>
        </p:nvCxnSpPr>
        <p:spPr>
          <a:xfrm flipV="1">
            <a:off x="9774828" y="2303928"/>
            <a:ext cx="700213" cy="762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직선 연결선 139"/>
          <p:cNvCxnSpPr/>
          <p:nvPr/>
        </p:nvCxnSpPr>
        <p:spPr>
          <a:xfrm flipV="1">
            <a:off x="9774828" y="1875950"/>
            <a:ext cx="700213" cy="762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1" name="그림 1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4201" y="3512842"/>
            <a:ext cx="338850" cy="326748"/>
          </a:xfrm>
          <a:prstGeom prst="rect">
            <a:avLst/>
          </a:prstGeom>
        </p:spPr>
      </p:pic>
      <p:pic>
        <p:nvPicPr>
          <p:cNvPr id="142" name="그림 14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5193" y="3047960"/>
            <a:ext cx="492987" cy="374464"/>
          </a:xfrm>
          <a:prstGeom prst="rect">
            <a:avLst/>
          </a:prstGeom>
        </p:spPr>
      </p:pic>
      <p:grpSp>
        <p:nvGrpSpPr>
          <p:cNvPr id="143" name="그룹 142"/>
          <p:cNvGrpSpPr/>
          <p:nvPr/>
        </p:nvGrpSpPr>
        <p:grpSpPr>
          <a:xfrm>
            <a:off x="9801110" y="2606440"/>
            <a:ext cx="528114" cy="343845"/>
            <a:chOff x="5831943" y="1411165"/>
            <a:chExt cx="528114" cy="343845"/>
          </a:xfrm>
        </p:grpSpPr>
        <p:pic>
          <p:nvPicPr>
            <p:cNvPr id="144" name="그림 143"/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rgbClr val="C00000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5960793" y="1411165"/>
              <a:ext cx="270414" cy="343845"/>
            </a:xfrm>
            <a:prstGeom prst="rect">
              <a:avLst/>
            </a:prstGeom>
          </p:spPr>
        </p:pic>
        <p:sp>
          <p:nvSpPr>
            <p:cNvPr id="145" name="TextBox 144"/>
            <p:cNvSpPr txBox="1"/>
            <p:nvPr/>
          </p:nvSpPr>
          <p:spPr>
            <a:xfrm>
              <a:off x="5831943" y="1527294"/>
              <a:ext cx="528114" cy="138499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900" b="1"/>
                <a:t>NO. x-xx</a:t>
              </a:r>
              <a:endParaRPr lang="ko-KR" altLang="en-US" sz="900" b="1"/>
            </a:p>
          </p:txBody>
        </p:sp>
      </p:grpSp>
      <p:sp>
        <p:nvSpPr>
          <p:cNvPr id="146" name="TextBox 145"/>
          <p:cNvSpPr txBox="1"/>
          <p:nvPr/>
        </p:nvSpPr>
        <p:spPr>
          <a:xfrm>
            <a:off x="9086938" y="423698"/>
            <a:ext cx="1375779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/>
              <a:t>PAGE 3/5</a:t>
            </a:r>
            <a:endParaRPr lang="ko-KR" altLang="en-US"/>
          </a:p>
        </p:txBody>
      </p:sp>
      <p:sp>
        <p:nvSpPr>
          <p:cNvPr id="147" name="타원 146"/>
          <p:cNvSpPr/>
          <p:nvPr/>
        </p:nvSpPr>
        <p:spPr>
          <a:xfrm flipV="1">
            <a:off x="10026125" y="5291568"/>
            <a:ext cx="170723" cy="1561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48" name="타원 147"/>
          <p:cNvSpPr/>
          <p:nvPr/>
        </p:nvSpPr>
        <p:spPr>
          <a:xfrm flipV="1">
            <a:off x="10026125" y="4869490"/>
            <a:ext cx="170723" cy="1561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49" name="타원 148"/>
          <p:cNvSpPr/>
          <p:nvPr/>
        </p:nvSpPr>
        <p:spPr>
          <a:xfrm flipV="1">
            <a:off x="10016848" y="4027450"/>
            <a:ext cx="170723" cy="1561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8279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그림 150"/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58229" t="19908" r="11456" b="48289"/>
          <a:stretch/>
        </p:blipFill>
        <p:spPr>
          <a:xfrm>
            <a:off x="191617" y="1120738"/>
            <a:ext cx="8594014" cy="451917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8" name="TextBox 57"/>
          <p:cNvSpPr txBox="1"/>
          <p:nvPr/>
        </p:nvSpPr>
        <p:spPr>
          <a:xfrm>
            <a:off x="300263" y="301860"/>
            <a:ext cx="721496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/>
              <a:t>우수 </a:t>
            </a:r>
            <a:r>
              <a:rPr lang="en-US" altLang="ko-KR"/>
              <a:t>CASCO </a:t>
            </a:r>
            <a:r>
              <a:rPr lang="ko-KR" altLang="en-US"/>
              <a:t>네트워크 구성도 </a:t>
            </a:r>
            <a:r>
              <a:rPr lang="en-US" altLang="ko-KR"/>
              <a:t>(</a:t>
            </a:r>
            <a:r>
              <a:rPr lang="ko-KR" altLang="en-US"/>
              <a:t>용해로</a:t>
            </a:r>
            <a:r>
              <a:rPr lang="en-US" altLang="ko-KR"/>
              <a:t>, GBF )</a:t>
            </a:r>
            <a:endParaRPr lang="ko-KR" altLang="en-US"/>
          </a:p>
        </p:txBody>
      </p:sp>
      <p:sp>
        <p:nvSpPr>
          <p:cNvPr id="180" name="타원 179"/>
          <p:cNvSpPr/>
          <p:nvPr/>
        </p:nvSpPr>
        <p:spPr>
          <a:xfrm flipV="1">
            <a:off x="3670704" y="1526716"/>
            <a:ext cx="170723" cy="1561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82" name="TextBox 181"/>
          <p:cNvSpPr txBox="1"/>
          <p:nvPr/>
        </p:nvSpPr>
        <p:spPr>
          <a:xfrm>
            <a:off x="3056191" y="3650511"/>
            <a:ext cx="528114" cy="1384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용해로</a:t>
            </a:r>
            <a:r>
              <a:rPr lang="en-US" altLang="ko-KR" sz="900" b="1"/>
              <a:t>2</a:t>
            </a:r>
            <a:endParaRPr lang="ko-KR" altLang="en-US" sz="900" b="1"/>
          </a:p>
        </p:txBody>
      </p:sp>
      <p:sp>
        <p:nvSpPr>
          <p:cNvPr id="191" name="TextBox 190"/>
          <p:cNvSpPr txBox="1"/>
          <p:nvPr/>
        </p:nvSpPr>
        <p:spPr>
          <a:xfrm>
            <a:off x="3443722" y="1859431"/>
            <a:ext cx="528114" cy="1384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900" b="1"/>
              <a:t>GBF</a:t>
            </a:r>
            <a:endParaRPr lang="ko-KR" altLang="en-US" sz="900" b="1"/>
          </a:p>
        </p:txBody>
      </p:sp>
      <p:grpSp>
        <p:nvGrpSpPr>
          <p:cNvPr id="206" name="그룹 205"/>
          <p:cNvGrpSpPr/>
          <p:nvPr/>
        </p:nvGrpSpPr>
        <p:grpSpPr>
          <a:xfrm>
            <a:off x="5188726" y="2891347"/>
            <a:ext cx="528114" cy="343845"/>
            <a:chOff x="5831943" y="1411165"/>
            <a:chExt cx="528114" cy="343845"/>
          </a:xfrm>
        </p:grpSpPr>
        <p:pic>
          <p:nvPicPr>
            <p:cNvPr id="207" name="그림 206"/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rgbClr val="C00000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5960793" y="1411165"/>
              <a:ext cx="270414" cy="343845"/>
            </a:xfrm>
            <a:prstGeom prst="rect">
              <a:avLst/>
            </a:prstGeom>
          </p:spPr>
        </p:pic>
        <p:sp>
          <p:nvSpPr>
            <p:cNvPr id="208" name="TextBox 207"/>
            <p:cNvSpPr txBox="1"/>
            <p:nvPr/>
          </p:nvSpPr>
          <p:spPr>
            <a:xfrm>
              <a:off x="5831943" y="1527294"/>
              <a:ext cx="528114" cy="138499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900" b="1"/>
                <a:t>NO. 1-04</a:t>
              </a:r>
              <a:endParaRPr lang="ko-KR" altLang="en-US" sz="900" b="1"/>
            </a:p>
          </p:txBody>
        </p:sp>
      </p:grpSp>
      <p:cxnSp>
        <p:nvCxnSpPr>
          <p:cNvPr id="213" name="직선 연결선 212"/>
          <p:cNvCxnSpPr>
            <a:stCxn id="208" idx="1"/>
            <a:endCxn id="63" idx="0"/>
          </p:cNvCxnSpPr>
          <p:nvPr/>
        </p:nvCxnSpPr>
        <p:spPr>
          <a:xfrm flipH="1">
            <a:off x="3971836" y="3076726"/>
            <a:ext cx="1216890" cy="573785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직선 연결선 214"/>
          <p:cNvCxnSpPr>
            <a:stCxn id="72" idx="3"/>
            <a:endCxn id="69" idx="1"/>
          </p:cNvCxnSpPr>
          <p:nvPr/>
        </p:nvCxnSpPr>
        <p:spPr>
          <a:xfrm>
            <a:off x="3571620" y="1433820"/>
            <a:ext cx="317432" cy="175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3707779" y="3650511"/>
            <a:ext cx="528114" cy="1384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용해로</a:t>
            </a:r>
            <a:r>
              <a:rPr lang="en-US" altLang="ko-KR" sz="900" b="1"/>
              <a:t>1</a:t>
            </a:r>
            <a:endParaRPr lang="ko-KR" altLang="en-US" sz="900" b="1"/>
          </a:p>
        </p:txBody>
      </p:sp>
      <p:cxnSp>
        <p:nvCxnSpPr>
          <p:cNvPr id="65" name="직선 연결선 64"/>
          <p:cNvCxnSpPr>
            <a:stCxn id="208" idx="1"/>
          </p:cNvCxnSpPr>
          <p:nvPr/>
        </p:nvCxnSpPr>
        <p:spPr>
          <a:xfrm flipH="1">
            <a:off x="3307563" y="3076726"/>
            <a:ext cx="1881163" cy="573785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3889052" y="1526098"/>
            <a:ext cx="528114" cy="138499"/>
          </a:xfrm>
          <a:prstGeom prst="rect">
            <a:avLst/>
          </a:prstGeom>
          <a:solidFill>
            <a:srgbClr val="00B0F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900" b="1"/>
              <a:t>4-22</a:t>
            </a:r>
            <a:endParaRPr lang="ko-KR" altLang="en-US" sz="900" b="1"/>
          </a:p>
        </p:txBody>
      </p:sp>
      <p:sp>
        <p:nvSpPr>
          <p:cNvPr id="69" name="TextBox 68"/>
          <p:cNvSpPr txBox="1"/>
          <p:nvPr/>
        </p:nvSpPr>
        <p:spPr>
          <a:xfrm>
            <a:off x="3889052" y="1364745"/>
            <a:ext cx="528114" cy="138499"/>
          </a:xfrm>
          <a:prstGeom prst="rect">
            <a:avLst/>
          </a:prstGeom>
          <a:solidFill>
            <a:srgbClr val="00B0F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900" b="1"/>
              <a:t>4-23</a:t>
            </a:r>
            <a:endParaRPr lang="ko-KR" altLang="en-US" sz="900" b="1"/>
          </a:p>
        </p:txBody>
      </p:sp>
      <p:sp>
        <p:nvSpPr>
          <p:cNvPr id="72" name="TextBox 71"/>
          <p:cNvSpPr txBox="1"/>
          <p:nvPr/>
        </p:nvSpPr>
        <p:spPr>
          <a:xfrm>
            <a:off x="3043506" y="1364570"/>
            <a:ext cx="528114" cy="1384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전력량</a:t>
            </a:r>
          </a:p>
        </p:txBody>
      </p:sp>
      <p:cxnSp>
        <p:nvCxnSpPr>
          <p:cNvPr id="77" name="직선 연결선 76"/>
          <p:cNvCxnSpPr>
            <a:stCxn id="191" idx="3"/>
            <a:endCxn id="68" idx="2"/>
          </p:cNvCxnSpPr>
          <p:nvPr/>
        </p:nvCxnSpPr>
        <p:spPr>
          <a:xfrm flipV="1">
            <a:off x="3971836" y="1664597"/>
            <a:ext cx="181273" cy="264084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0" name="표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0545397"/>
              </p:ext>
            </p:extLst>
          </p:nvPr>
        </p:nvGraphicFramePr>
        <p:xfrm>
          <a:off x="8906200" y="927712"/>
          <a:ext cx="1512570" cy="47121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6285">
                  <a:extLst>
                    <a:ext uri="{9D8B030D-6E8A-4147-A177-3AD203B41FA5}">
                      <a16:colId xmlns:a16="http://schemas.microsoft.com/office/drawing/2014/main" val="2919102175"/>
                    </a:ext>
                  </a:extLst>
                </a:gridCol>
                <a:gridCol w="756285">
                  <a:extLst>
                    <a:ext uri="{9D8B030D-6E8A-4147-A177-3AD203B41FA5}">
                      <a16:colId xmlns:a16="http://schemas.microsoft.com/office/drawing/2014/main" val="2704467390"/>
                    </a:ext>
                  </a:extLst>
                </a:gridCol>
              </a:tblGrid>
              <a:tr h="3578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/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/>
                        <a:t>기호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793032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/>
                        <a:t>UTP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6543583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/>
                        <a:t>STP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355155"/>
                  </a:ext>
                </a:extLst>
              </a:tr>
              <a:tr h="4411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/>
                        <a:t>전기케이블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976640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/>
                        <a:t>HI-BOX</a:t>
                      </a:r>
                    </a:p>
                    <a:p>
                      <a:pPr algn="ctr" latinLnBrk="1"/>
                      <a:r>
                        <a:rPr lang="en-US" altLang="ko-KR" sz="1200" b="1"/>
                        <a:t>(</a:t>
                      </a:r>
                      <a:r>
                        <a:rPr lang="ko-KR" altLang="en-US" sz="1200" b="1"/>
                        <a:t>허브</a:t>
                      </a:r>
                      <a:r>
                        <a:rPr lang="en-US" altLang="ko-KR" sz="1200" b="1"/>
                        <a:t>)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526003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/>
                        <a:t>공유기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1054381"/>
                  </a:ext>
                </a:extLst>
              </a:tr>
              <a:tr h="4411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/>
                        <a:t>무선</a:t>
                      </a:r>
                      <a:r>
                        <a:rPr lang="en-US" altLang="ko-KR" sz="1200" b="1"/>
                        <a:t>AP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245163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/>
                        <a:t>iptime</a:t>
                      </a:r>
                    </a:p>
                    <a:p>
                      <a:pPr algn="ctr" latinLnBrk="1"/>
                      <a:r>
                        <a:rPr lang="en-US" altLang="ko-KR" sz="1200" b="1"/>
                        <a:t>(8port)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5588136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/>
                        <a:t>기타</a:t>
                      </a:r>
                      <a:r>
                        <a:rPr lang="en-US" altLang="ko-KR" sz="1200" b="1"/>
                        <a:t>.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218675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/>
                        <a:t>Point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0689422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Main</a:t>
                      </a:r>
                    </a:p>
                    <a:p>
                      <a:pPr algn="ctr" latinLnBrk="1"/>
                      <a:r>
                        <a:rPr lang="ko-KR" altLang="en-US" sz="1200"/>
                        <a:t>공유기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07085"/>
                  </a:ext>
                </a:extLst>
              </a:tr>
            </a:tbl>
          </a:graphicData>
        </a:graphic>
      </p:graphicFrame>
      <p:cxnSp>
        <p:nvCxnSpPr>
          <p:cNvPr id="81" name="직선 연결선 80"/>
          <p:cNvCxnSpPr/>
          <p:nvPr/>
        </p:nvCxnSpPr>
        <p:spPr>
          <a:xfrm flipV="1">
            <a:off x="9698628" y="1465278"/>
            <a:ext cx="700213" cy="762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/>
          <p:cNvCxnSpPr/>
          <p:nvPr/>
        </p:nvCxnSpPr>
        <p:spPr>
          <a:xfrm flipV="1">
            <a:off x="9698628" y="2303928"/>
            <a:ext cx="700213" cy="762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/>
          <p:nvPr/>
        </p:nvCxnSpPr>
        <p:spPr>
          <a:xfrm flipV="1">
            <a:off x="9698628" y="1875950"/>
            <a:ext cx="700213" cy="762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4" name="그림 8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8001" y="3512842"/>
            <a:ext cx="338850" cy="326748"/>
          </a:xfrm>
          <a:prstGeom prst="rect">
            <a:avLst/>
          </a:prstGeom>
        </p:spPr>
      </p:pic>
      <p:pic>
        <p:nvPicPr>
          <p:cNvPr id="85" name="그림 8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8993" y="3047960"/>
            <a:ext cx="492987" cy="374464"/>
          </a:xfrm>
          <a:prstGeom prst="rect">
            <a:avLst/>
          </a:prstGeom>
        </p:spPr>
      </p:pic>
      <p:grpSp>
        <p:nvGrpSpPr>
          <p:cNvPr id="86" name="그룹 85"/>
          <p:cNvGrpSpPr/>
          <p:nvPr/>
        </p:nvGrpSpPr>
        <p:grpSpPr>
          <a:xfrm>
            <a:off x="9724910" y="2606440"/>
            <a:ext cx="528114" cy="343845"/>
            <a:chOff x="5831943" y="1411165"/>
            <a:chExt cx="528114" cy="343845"/>
          </a:xfrm>
        </p:grpSpPr>
        <p:pic>
          <p:nvPicPr>
            <p:cNvPr id="88" name="그림 87"/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rgbClr val="C00000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5960793" y="1411165"/>
              <a:ext cx="270414" cy="343845"/>
            </a:xfrm>
            <a:prstGeom prst="rect">
              <a:avLst/>
            </a:prstGeom>
          </p:spPr>
        </p:pic>
        <p:sp>
          <p:nvSpPr>
            <p:cNvPr id="89" name="TextBox 88"/>
            <p:cNvSpPr txBox="1"/>
            <p:nvPr/>
          </p:nvSpPr>
          <p:spPr>
            <a:xfrm>
              <a:off x="5831943" y="1527294"/>
              <a:ext cx="528114" cy="138499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900" b="1"/>
                <a:t>NO. x-xx</a:t>
              </a:r>
              <a:endParaRPr lang="ko-KR" altLang="en-US" sz="900" b="1"/>
            </a:p>
          </p:txBody>
        </p:sp>
      </p:grpSp>
      <p:sp>
        <p:nvSpPr>
          <p:cNvPr id="90" name="TextBox 89"/>
          <p:cNvSpPr txBox="1"/>
          <p:nvPr/>
        </p:nvSpPr>
        <p:spPr>
          <a:xfrm>
            <a:off x="9010738" y="423698"/>
            <a:ext cx="1375779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/>
              <a:t>PAGE 4/5</a:t>
            </a:r>
            <a:endParaRPr lang="ko-KR" altLang="en-US"/>
          </a:p>
        </p:txBody>
      </p:sp>
      <p:sp>
        <p:nvSpPr>
          <p:cNvPr id="91" name="타원 90"/>
          <p:cNvSpPr/>
          <p:nvPr/>
        </p:nvSpPr>
        <p:spPr>
          <a:xfrm flipV="1">
            <a:off x="9949925" y="5291568"/>
            <a:ext cx="170723" cy="1561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2" name="타원 91"/>
          <p:cNvSpPr/>
          <p:nvPr/>
        </p:nvSpPr>
        <p:spPr>
          <a:xfrm flipV="1">
            <a:off x="9949925" y="4869490"/>
            <a:ext cx="170723" cy="1561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3" name="타원 92"/>
          <p:cNvSpPr/>
          <p:nvPr/>
        </p:nvSpPr>
        <p:spPr>
          <a:xfrm flipV="1">
            <a:off x="9940648" y="4027450"/>
            <a:ext cx="170723" cy="1561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1098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그림 150"/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5214" t="5739" r="71069" b="26804"/>
          <a:stretch/>
        </p:blipFill>
        <p:spPr>
          <a:xfrm>
            <a:off x="1376543" y="927712"/>
            <a:ext cx="4707585" cy="671133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8" name="TextBox 57"/>
          <p:cNvSpPr txBox="1"/>
          <p:nvPr/>
        </p:nvSpPr>
        <p:spPr>
          <a:xfrm>
            <a:off x="300263" y="301860"/>
            <a:ext cx="721496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/>
              <a:t>우수 </a:t>
            </a:r>
            <a:r>
              <a:rPr lang="en-US" altLang="ko-KR"/>
              <a:t>CASCO </a:t>
            </a:r>
            <a:r>
              <a:rPr lang="ko-KR" altLang="en-US"/>
              <a:t>네트워크 구성도 </a:t>
            </a:r>
            <a:r>
              <a:rPr lang="en-US" altLang="ko-KR"/>
              <a:t>(</a:t>
            </a:r>
            <a:r>
              <a:rPr lang="ko-KR" altLang="en-US"/>
              <a:t>기타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180" name="타원 179"/>
          <p:cNvSpPr/>
          <p:nvPr/>
        </p:nvSpPr>
        <p:spPr>
          <a:xfrm flipV="1">
            <a:off x="5232214" y="6803566"/>
            <a:ext cx="170723" cy="1561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82" name="TextBox 181"/>
          <p:cNvSpPr txBox="1"/>
          <p:nvPr/>
        </p:nvSpPr>
        <p:spPr>
          <a:xfrm>
            <a:off x="4091877" y="7184286"/>
            <a:ext cx="528114" cy="1384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전력량</a:t>
            </a:r>
          </a:p>
        </p:txBody>
      </p:sp>
      <p:cxnSp>
        <p:nvCxnSpPr>
          <p:cNvPr id="65" name="직선 연결선 64"/>
          <p:cNvCxnSpPr>
            <a:endCxn id="182" idx="3"/>
          </p:cNvCxnSpPr>
          <p:nvPr/>
        </p:nvCxnSpPr>
        <p:spPr>
          <a:xfrm flipH="1">
            <a:off x="4619991" y="6929293"/>
            <a:ext cx="628840" cy="324243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1882019" y="1997930"/>
            <a:ext cx="528114" cy="1384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전력량</a:t>
            </a:r>
          </a:p>
        </p:txBody>
      </p:sp>
      <p:graphicFrame>
        <p:nvGraphicFramePr>
          <p:cNvPr id="80" name="표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2461307"/>
              </p:ext>
            </p:extLst>
          </p:nvPr>
        </p:nvGraphicFramePr>
        <p:xfrm>
          <a:off x="7803401" y="1718287"/>
          <a:ext cx="1512570" cy="47121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6285">
                  <a:extLst>
                    <a:ext uri="{9D8B030D-6E8A-4147-A177-3AD203B41FA5}">
                      <a16:colId xmlns:a16="http://schemas.microsoft.com/office/drawing/2014/main" val="2919102175"/>
                    </a:ext>
                  </a:extLst>
                </a:gridCol>
                <a:gridCol w="756285">
                  <a:extLst>
                    <a:ext uri="{9D8B030D-6E8A-4147-A177-3AD203B41FA5}">
                      <a16:colId xmlns:a16="http://schemas.microsoft.com/office/drawing/2014/main" val="2704467390"/>
                    </a:ext>
                  </a:extLst>
                </a:gridCol>
              </a:tblGrid>
              <a:tr h="3578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/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/>
                        <a:t>기호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793032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/>
                        <a:t>UTP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6543583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/>
                        <a:t>STP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355155"/>
                  </a:ext>
                </a:extLst>
              </a:tr>
              <a:tr h="4411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/>
                        <a:t>전기케이블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976640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/>
                        <a:t>HI-BOX</a:t>
                      </a:r>
                    </a:p>
                    <a:p>
                      <a:pPr algn="ctr" latinLnBrk="1"/>
                      <a:r>
                        <a:rPr lang="en-US" altLang="ko-KR" sz="1200" b="1"/>
                        <a:t>(</a:t>
                      </a:r>
                      <a:r>
                        <a:rPr lang="ko-KR" altLang="en-US" sz="1200" b="1"/>
                        <a:t>허브</a:t>
                      </a:r>
                      <a:r>
                        <a:rPr lang="en-US" altLang="ko-KR" sz="1200" b="1"/>
                        <a:t>)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526003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/>
                        <a:t>공유기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1054381"/>
                  </a:ext>
                </a:extLst>
              </a:tr>
              <a:tr h="4411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/>
                        <a:t>무선</a:t>
                      </a:r>
                      <a:r>
                        <a:rPr lang="en-US" altLang="ko-KR" sz="1200" b="1"/>
                        <a:t>AP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245163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/>
                        <a:t>iptime</a:t>
                      </a:r>
                    </a:p>
                    <a:p>
                      <a:pPr algn="ctr" latinLnBrk="1"/>
                      <a:r>
                        <a:rPr lang="en-US" altLang="ko-KR" sz="1200" b="1"/>
                        <a:t>(8port)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5588136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/>
                        <a:t>기타</a:t>
                      </a:r>
                      <a:r>
                        <a:rPr lang="en-US" altLang="ko-KR" sz="1200" b="1"/>
                        <a:t>.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218675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/>
                        <a:t>Point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0689422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Main</a:t>
                      </a:r>
                    </a:p>
                    <a:p>
                      <a:pPr algn="ctr" latinLnBrk="1"/>
                      <a:r>
                        <a:rPr lang="ko-KR" altLang="en-US" sz="1200"/>
                        <a:t>공유기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07085"/>
                  </a:ext>
                </a:extLst>
              </a:tr>
            </a:tbl>
          </a:graphicData>
        </a:graphic>
      </p:graphicFrame>
      <p:cxnSp>
        <p:nvCxnSpPr>
          <p:cNvPr id="81" name="직선 연결선 80"/>
          <p:cNvCxnSpPr/>
          <p:nvPr/>
        </p:nvCxnSpPr>
        <p:spPr>
          <a:xfrm flipV="1">
            <a:off x="8595829" y="2255853"/>
            <a:ext cx="700213" cy="762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/>
          <p:cNvCxnSpPr/>
          <p:nvPr/>
        </p:nvCxnSpPr>
        <p:spPr>
          <a:xfrm flipV="1">
            <a:off x="8595829" y="3094503"/>
            <a:ext cx="700213" cy="762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/>
          <p:nvPr/>
        </p:nvCxnSpPr>
        <p:spPr>
          <a:xfrm flipV="1">
            <a:off x="8595829" y="2666525"/>
            <a:ext cx="700213" cy="762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4" name="그림 8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5202" y="4303417"/>
            <a:ext cx="338850" cy="326748"/>
          </a:xfrm>
          <a:prstGeom prst="rect">
            <a:avLst/>
          </a:prstGeom>
        </p:spPr>
      </p:pic>
      <p:pic>
        <p:nvPicPr>
          <p:cNvPr id="85" name="그림 8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194" y="3838535"/>
            <a:ext cx="492987" cy="374464"/>
          </a:xfrm>
          <a:prstGeom prst="rect">
            <a:avLst/>
          </a:prstGeom>
        </p:spPr>
      </p:pic>
      <p:grpSp>
        <p:nvGrpSpPr>
          <p:cNvPr id="86" name="그룹 85"/>
          <p:cNvGrpSpPr/>
          <p:nvPr/>
        </p:nvGrpSpPr>
        <p:grpSpPr>
          <a:xfrm>
            <a:off x="8622111" y="3397015"/>
            <a:ext cx="528114" cy="343845"/>
            <a:chOff x="5831943" y="1411165"/>
            <a:chExt cx="528114" cy="343845"/>
          </a:xfrm>
        </p:grpSpPr>
        <p:pic>
          <p:nvPicPr>
            <p:cNvPr id="88" name="그림 87"/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rgbClr val="C00000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5960793" y="1411165"/>
              <a:ext cx="270414" cy="343845"/>
            </a:xfrm>
            <a:prstGeom prst="rect">
              <a:avLst/>
            </a:prstGeom>
          </p:spPr>
        </p:pic>
        <p:sp>
          <p:nvSpPr>
            <p:cNvPr id="89" name="TextBox 88"/>
            <p:cNvSpPr txBox="1"/>
            <p:nvPr/>
          </p:nvSpPr>
          <p:spPr>
            <a:xfrm>
              <a:off x="5831943" y="1527294"/>
              <a:ext cx="528114" cy="138499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900" b="1"/>
                <a:t>NO. x-xx</a:t>
              </a:r>
              <a:endParaRPr lang="ko-KR" altLang="en-US" sz="900" b="1"/>
            </a:p>
          </p:txBody>
        </p:sp>
      </p:grpSp>
      <p:sp>
        <p:nvSpPr>
          <p:cNvPr id="90" name="TextBox 89"/>
          <p:cNvSpPr txBox="1"/>
          <p:nvPr/>
        </p:nvSpPr>
        <p:spPr>
          <a:xfrm>
            <a:off x="7907939" y="1214273"/>
            <a:ext cx="1375779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/>
              <a:t>PAGE 5/5</a:t>
            </a:r>
            <a:endParaRPr lang="ko-KR" altLang="en-US"/>
          </a:p>
        </p:txBody>
      </p:sp>
      <p:sp>
        <p:nvSpPr>
          <p:cNvPr id="91" name="타원 90"/>
          <p:cNvSpPr/>
          <p:nvPr/>
        </p:nvSpPr>
        <p:spPr>
          <a:xfrm flipV="1">
            <a:off x="8847126" y="6082143"/>
            <a:ext cx="170723" cy="1561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2" name="타원 91"/>
          <p:cNvSpPr/>
          <p:nvPr/>
        </p:nvSpPr>
        <p:spPr>
          <a:xfrm flipV="1">
            <a:off x="8847126" y="5660065"/>
            <a:ext cx="170723" cy="1561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3" name="타원 92"/>
          <p:cNvSpPr/>
          <p:nvPr/>
        </p:nvSpPr>
        <p:spPr>
          <a:xfrm flipV="1">
            <a:off x="8837849" y="4818025"/>
            <a:ext cx="170723" cy="1561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3" name="타원 32"/>
          <p:cNvSpPr/>
          <p:nvPr/>
        </p:nvSpPr>
        <p:spPr>
          <a:xfrm flipV="1">
            <a:off x="2993839" y="2025606"/>
            <a:ext cx="170723" cy="1561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4" name="TextBox 33"/>
          <p:cNvSpPr txBox="1"/>
          <p:nvPr/>
        </p:nvSpPr>
        <p:spPr>
          <a:xfrm>
            <a:off x="2323995" y="2136429"/>
            <a:ext cx="528114" cy="1384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전력량</a:t>
            </a:r>
          </a:p>
        </p:txBody>
      </p:sp>
      <p:cxnSp>
        <p:nvCxnSpPr>
          <p:cNvPr id="35" name="직선 연결선 34"/>
          <p:cNvCxnSpPr/>
          <p:nvPr/>
        </p:nvCxnSpPr>
        <p:spPr>
          <a:xfrm flipH="1">
            <a:off x="2410133" y="2058843"/>
            <a:ext cx="606273" cy="8336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>
            <a:stCxn id="33" idx="1"/>
            <a:endCxn id="34" idx="3"/>
          </p:cNvCxnSpPr>
          <p:nvPr/>
        </p:nvCxnSpPr>
        <p:spPr>
          <a:xfrm flipH="1">
            <a:off x="2852109" y="2158846"/>
            <a:ext cx="166732" cy="46833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186930" y="3432811"/>
            <a:ext cx="528114" cy="1384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전력량</a:t>
            </a:r>
          </a:p>
        </p:txBody>
      </p:sp>
      <p:sp>
        <p:nvSpPr>
          <p:cNvPr id="41" name="타원 40"/>
          <p:cNvSpPr/>
          <p:nvPr/>
        </p:nvSpPr>
        <p:spPr>
          <a:xfrm flipV="1">
            <a:off x="2379580" y="3558758"/>
            <a:ext cx="170723" cy="1561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2" name="TextBox 41"/>
          <p:cNvSpPr txBox="1"/>
          <p:nvPr/>
        </p:nvSpPr>
        <p:spPr>
          <a:xfrm>
            <a:off x="4225280" y="2653319"/>
            <a:ext cx="528114" cy="138499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b="1"/>
              <a:t>전력량</a:t>
            </a:r>
          </a:p>
        </p:txBody>
      </p:sp>
      <p:sp>
        <p:nvSpPr>
          <p:cNvPr id="43" name="타원 42"/>
          <p:cNvSpPr/>
          <p:nvPr/>
        </p:nvSpPr>
        <p:spPr>
          <a:xfrm flipV="1">
            <a:off x="4729968" y="2653319"/>
            <a:ext cx="170723" cy="1561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4" name="TextBox 43"/>
          <p:cNvSpPr txBox="1"/>
          <p:nvPr/>
        </p:nvSpPr>
        <p:spPr>
          <a:xfrm>
            <a:off x="3095816" y="2185200"/>
            <a:ext cx="528114" cy="138499"/>
          </a:xfrm>
          <a:prstGeom prst="rect">
            <a:avLst/>
          </a:prstGeom>
          <a:solidFill>
            <a:srgbClr val="00B0F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900" b="1"/>
              <a:t>4-19</a:t>
            </a:r>
            <a:endParaRPr lang="ko-KR" altLang="en-US" sz="900" b="1"/>
          </a:p>
        </p:txBody>
      </p:sp>
      <p:sp>
        <p:nvSpPr>
          <p:cNvPr id="45" name="TextBox 44"/>
          <p:cNvSpPr txBox="1"/>
          <p:nvPr/>
        </p:nvSpPr>
        <p:spPr>
          <a:xfrm>
            <a:off x="2374174" y="3740175"/>
            <a:ext cx="528114" cy="138499"/>
          </a:xfrm>
          <a:prstGeom prst="rect">
            <a:avLst/>
          </a:prstGeom>
          <a:solidFill>
            <a:srgbClr val="00B0F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900" b="1"/>
              <a:t>4-12</a:t>
            </a:r>
            <a:endParaRPr lang="ko-KR" altLang="en-US" sz="900" b="1"/>
          </a:p>
        </p:txBody>
      </p:sp>
      <p:sp>
        <p:nvSpPr>
          <p:cNvPr id="46" name="TextBox 45"/>
          <p:cNvSpPr txBox="1"/>
          <p:nvPr/>
        </p:nvSpPr>
        <p:spPr>
          <a:xfrm>
            <a:off x="4636634" y="2809419"/>
            <a:ext cx="528114" cy="138499"/>
          </a:xfrm>
          <a:prstGeom prst="rect">
            <a:avLst/>
          </a:prstGeom>
          <a:solidFill>
            <a:srgbClr val="00B0F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900" b="1"/>
              <a:t>4-11</a:t>
            </a:r>
            <a:endParaRPr lang="ko-KR" altLang="en-US" sz="900" b="1"/>
          </a:p>
        </p:txBody>
      </p:sp>
    </p:spTree>
    <p:extLst>
      <p:ext uri="{BB962C8B-B14F-4D97-AF65-F5344CB8AC3E}">
        <p14:creationId xmlns:p14="http://schemas.microsoft.com/office/powerpoint/2010/main" val="225134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2389</TotalTime>
  <Words>412</Words>
  <Application>Microsoft Office PowerPoint</Application>
  <PresentationFormat>사용자 지정</PresentationFormat>
  <Paragraphs>226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테마</vt:lpstr>
      <vt:lpstr>우수CASCO 네트워크 레이아웃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이상민</dc:creator>
  <cp:lastModifiedBy>이 상민</cp:lastModifiedBy>
  <cp:revision>52</cp:revision>
  <cp:lastPrinted>2018-01-29T00:37:08Z</cp:lastPrinted>
  <dcterms:created xsi:type="dcterms:W3CDTF">2017-05-11T01:53:14Z</dcterms:created>
  <dcterms:modified xsi:type="dcterms:W3CDTF">2019-07-01T10:42:49Z</dcterms:modified>
</cp:coreProperties>
</file>