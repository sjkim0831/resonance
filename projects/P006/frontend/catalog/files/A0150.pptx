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7" r:id="rId3"/>
    <p:sldId id="258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15396-234A-46CF-81E4-34292D7D699B}" type="datetimeFigureOut">
              <a:rPr lang="ko-KR" altLang="en-US" smtClean="0"/>
              <a:t>2017-07-27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3B494-96E2-46B2-BEE1-DD9C956DB1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07572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15396-234A-46CF-81E4-34292D7D699B}" type="datetimeFigureOut">
              <a:rPr lang="ko-KR" altLang="en-US" smtClean="0"/>
              <a:t>2017-07-27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3B494-96E2-46B2-BEE1-DD9C956DB1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9556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15396-234A-46CF-81E4-34292D7D699B}" type="datetimeFigureOut">
              <a:rPr lang="ko-KR" altLang="en-US" smtClean="0"/>
              <a:t>2017-07-27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3B494-96E2-46B2-BEE1-DD9C956DB1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95290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15396-234A-46CF-81E4-34292D7D699B}" type="datetimeFigureOut">
              <a:rPr lang="ko-KR" altLang="en-US" smtClean="0"/>
              <a:t>2017-07-27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3B494-96E2-46B2-BEE1-DD9C956DB1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52858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15396-234A-46CF-81E4-34292D7D699B}" type="datetimeFigureOut">
              <a:rPr lang="ko-KR" altLang="en-US" smtClean="0"/>
              <a:t>2017-07-27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3B494-96E2-46B2-BEE1-DD9C956DB1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61239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15396-234A-46CF-81E4-34292D7D699B}" type="datetimeFigureOut">
              <a:rPr lang="ko-KR" altLang="en-US" smtClean="0"/>
              <a:t>2017-07-27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3B494-96E2-46B2-BEE1-DD9C956DB1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66181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15396-234A-46CF-81E4-34292D7D699B}" type="datetimeFigureOut">
              <a:rPr lang="ko-KR" altLang="en-US" smtClean="0"/>
              <a:t>2017-07-27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3B494-96E2-46B2-BEE1-DD9C956DB1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27872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15396-234A-46CF-81E4-34292D7D699B}" type="datetimeFigureOut">
              <a:rPr lang="ko-KR" altLang="en-US" smtClean="0"/>
              <a:t>2017-07-27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3B494-96E2-46B2-BEE1-DD9C956DB1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28192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15396-234A-46CF-81E4-34292D7D699B}" type="datetimeFigureOut">
              <a:rPr lang="ko-KR" altLang="en-US" smtClean="0"/>
              <a:t>2017-07-27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3B494-96E2-46B2-BEE1-DD9C956DB1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30242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15396-234A-46CF-81E4-34292D7D699B}" type="datetimeFigureOut">
              <a:rPr lang="ko-KR" altLang="en-US" smtClean="0"/>
              <a:t>2017-07-27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3B494-96E2-46B2-BEE1-DD9C956DB1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1722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15396-234A-46CF-81E4-34292D7D699B}" type="datetimeFigureOut">
              <a:rPr lang="ko-KR" altLang="en-US" smtClean="0"/>
              <a:t>2017-07-27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3B494-96E2-46B2-BEE1-DD9C956DB1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4225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B15396-234A-46CF-81E4-34292D7D699B}" type="datetimeFigureOut">
              <a:rPr lang="ko-KR" altLang="en-US" smtClean="0"/>
              <a:t>2017-07-27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D3B494-96E2-46B2-BEE1-DD9C956DB1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87686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435" y="273084"/>
            <a:ext cx="10813129" cy="6311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53817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254" y="438148"/>
            <a:ext cx="11905490" cy="5981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23094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81" t="17361" r="4447" b="19139"/>
          <a:stretch/>
        </p:blipFill>
        <p:spPr>
          <a:xfrm>
            <a:off x="190500" y="180974"/>
            <a:ext cx="11648233" cy="6362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40271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0</Words>
  <Application>Microsoft Office PowerPoint</Application>
  <PresentationFormat>와이드스크린</PresentationFormat>
  <Paragraphs>0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이상민</dc:creator>
  <cp:lastModifiedBy>이상민</cp:lastModifiedBy>
  <cp:revision>5</cp:revision>
  <dcterms:created xsi:type="dcterms:W3CDTF">2017-05-11T01:53:14Z</dcterms:created>
  <dcterms:modified xsi:type="dcterms:W3CDTF">2017-07-27T06:42:53Z</dcterms:modified>
</cp:coreProperties>
</file>