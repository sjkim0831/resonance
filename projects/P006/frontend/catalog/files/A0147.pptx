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2018-02-05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757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2018-02-05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556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2018-02-05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52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2018-02-05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28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2018-02-05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12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2018-02-05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61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2018-02-05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78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2018-02-05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819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2018-02-05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02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2018-02-05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72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2018-02-05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2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15396-234A-46CF-81E4-34292D7D699B}" type="datetimeFigureOut">
              <a:rPr lang="ko-KR" altLang="en-US" smtClean="0"/>
              <a:t>2018-02-05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768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9435" y="273084"/>
            <a:ext cx="10813129" cy="631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38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35" y="273084"/>
            <a:ext cx="10813129" cy="631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11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이상민</dc:creator>
  <cp:lastModifiedBy>이상민</cp:lastModifiedBy>
  <cp:revision>6</cp:revision>
  <dcterms:created xsi:type="dcterms:W3CDTF">2017-05-11T01:53:14Z</dcterms:created>
  <dcterms:modified xsi:type="dcterms:W3CDTF">2018-02-05T02:09:41Z</dcterms:modified>
</cp:coreProperties>
</file>