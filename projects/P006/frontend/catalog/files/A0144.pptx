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0" r:id="rId3"/>
    <p:sldId id="265" r:id="rId4"/>
    <p:sldId id="266" r:id="rId5"/>
  </p:sldIdLst>
  <p:sldSz cx="12192000" cy="7920038"/>
  <p:notesSz cx="6797675" cy="992822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5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35"/>
    <a:srgbClr val="FFBC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16" y="84"/>
      </p:cViewPr>
      <p:guideLst>
        <p:guide orient="horz" pos="249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296173"/>
            <a:ext cx="10363200" cy="2757347"/>
          </a:xfrm>
        </p:spPr>
        <p:txBody>
          <a:bodyPr anchor="b"/>
          <a:lstStyle>
            <a:lvl1pPr algn="ctr">
              <a:defRPr sz="692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59854"/>
            <a:ext cx="9144000" cy="1912175"/>
          </a:xfrm>
        </p:spPr>
        <p:txBody>
          <a:bodyPr/>
          <a:lstStyle>
            <a:lvl1pPr marL="0" indent="0" algn="ctr">
              <a:buNone/>
              <a:defRPr sz="2772"/>
            </a:lvl1pPr>
            <a:lvl2pPr marL="528020" indent="0" algn="ctr">
              <a:buNone/>
              <a:defRPr sz="2310"/>
            </a:lvl2pPr>
            <a:lvl3pPr marL="1056041" indent="0" algn="ctr">
              <a:buNone/>
              <a:defRPr sz="2079"/>
            </a:lvl3pPr>
            <a:lvl4pPr marL="1584061" indent="0" algn="ctr">
              <a:buNone/>
              <a:defRPr sz="1848"/>
            </a:lvl4pPr>
            <a:lvl5pPr marL="2112081" indent="0" algn="ctr">
              <a:buNone/>
              <a:defRPr sz="1848"/>
            </a:lvl5pPr>
            <a:lvl6pPr marL="2640101" indent="0" algn="ctr">
              <a:buNone/>
              <a:defRPr sz="1848"/>
            </a:lvl6pPr>
            <a:lvl7pPr marL="3168122" indent="0" algn="ctr">
              <a:buNone/>
              <a:defRPr sz="1848"/>
            </a:lvl7pPr>
            <a:lvl8pPr marL="3696142" indent="0" algn="ctr">
              <a:buNone/>
              <a:defRPr sz="1848"/>
            </a:lvl8pPr>
            <a:lvl9pPr marL="4224162" indent="0" algn="ctr">
              <a:buNone/>
              <a:defRPr sz="1848"/>
            </a:lvl9pPr>
          </a:lstStyle>
          <a:p>
            <a:r>
              <a:rPr lang="ko-KR" altLang="en-US" smtClean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07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7661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974512"/>
            <a:ext cx="10515600" cy="3294515"/>
          </a:xfrm>
        </p:spPr>
        <p:txBody>
          <a:bodyPr anchor="b"/>
          <a:lstStyle>
            <a:lvl1pPr>
              <a:defRPr sz="6929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5300194"/>
            <a:ext cx="10515600" cy="1732508"/>
          </a:xfrm>
        </p:spPr>
        <p:txBody>
          <a:bodyPr/>
          <a:lstStyle>
            <a:lvl1pPr marL="0" indent="0">
              <a:buNone/>
              <a:defRPr sz="2772">
                <a:solidFill>
                  <a:schemeClr val="tx1"/>
                </a:solidFill>
              </a:defRPr>
            </a:lvl1pPr>
            <a:lvl2pPr marL="528020" indent="0">
              <a:buNone/>
              <a:defRPr sz="2310">
                <a:solidFill>
                  <a:schemeClr val="tx1">
                    <a:tint val="75000"/>
                  </a:schemeClr>
                </a:solidFill>
              </a:defRPr>
            </a:lvl2pPr>
            <a:lvl3pPr marL="1056041" indent="0">
              <a:buNone/>
              <a:defRPr sz="2079">
                <a:solidFill>
                  <a:schemeClr val="tx1">
                    <a:tint val="75000"/>
                  </a:schemeClr>
                </a:solidFill>
              </a:defRPr>
            </a:lvl3pPr>
            <a:lvl4pPr marL="158406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4pPr>
            <a:lvl5pPr marL="211208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5pPr>
            <a:lvl6pPr marL="2640101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6pPr>
            <a:lvl7pPr marL="316812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7pPr>
            <a:lvl8pPr marL="369614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8pPr>
            <a:lvl9pPr marL="4224162" indent="0">
              <a:buNone/>
              <a:defRPr sz="18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5713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108344"/>
            <a:ext cx="5181600" cy="50251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08344"/>
            <a:ext cx="5181600" cy="502519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9428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21671"/>
            <a:ext cx="10515600" cy="1530841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941510"/>
            <a:ext cx="5157787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893014"/>
            <a:ext cx="5157787" cy="42551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941510"/>
            <a:ext cx="5183188" cy="951504"/>
          </a:xfrm>
        </p:spPr>
        <p:txBody>
          <a:bodyPr anchor="b"/>
          <a:lstStyle>
            <a:lvl1pPr marL="0" indent="0">
              <a:buNone/>
              <a:defRPr sz="2772" b="1"/>
            </a:lvl1pPr>
            <a:lvl2pPr marL="528020" indent="0">
              <a:buNone/>
              <a:defRPr sz="2310" b="1"/>
            </a:lvl2pPr>
            <a:lvl3pPr marL="1056041" indent="0">
              <a:buNone/>
              <a:defRPr sz="2079" b="1"/>
            </a:lvl3pPr>
            <a:lvl4pPr marL="1584061" indent="0">
              <a:buNone/>
              <a:defRPr sz="1848" b="1"/>
            </a:lvl4pPr>
            <a:lvl5pPr marL="2112081" indent="0">
              <a:buNone/>
              <a:defRPr sz="1848" b="1"/>
            </a:lvl5pPr>
            <a:lvl6pPr marL="2640101" indent="0">
              <a:buNone/>
              <a:defRPr sz="1848" b="1"/>
            </a:lvl6pPr>
            <a:lvl7pPr marL="3168122" indent="0">
              <a:buNone/>
              <a:defRPr sz="1848" b="1"/>
            </a:lvl7pPr>
            <a:lvl8pPr marL="3696142" indent="0">
              <a:buNone/>
              <a:defRPr sz="1848" b="1"/>
            </a:lvl8pPr>
            <a:lvl9pPr marL="4224162" indent="0">
              <a:buNone/>
              <a:defRPr sz="1848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893014"/>
            <a:ext cx="5183188" cy="42551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7141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03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8469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8002"/>
            <a:ext cx="3932237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140341"/>
            <a:ext cx="6172200" cy="5628360"/>
          </a:xfrm>
        </p:spPr>
        <p:txBody>
          <a:bodyPr/>
          <a:lstStyle>
            <a:lvl1pPr>
              <a:defRPr sz="3696"/>
            </a:lvl1pPr>
            <a:lvl2pPr>
              <a:defRPr sz="3234"/>
            </a:lvl2pPr>
            <a:lvl3pPr>
              <a:defRPr sz="2772"/>
            </a:lvl3pPr>
            <a:lvl4pPr>
              <a:defRPr sz="2310"/>
            </a:lvl4pPr>
            <a:lvl5pPr>
              <a:defRPr sz="2310"/>
            </a:lvl5pPr>
            <a:lvl6pPr>
              <a:defRPr sz="2310"/>
            </a:lvl6pPr>
            <a:lvl7pPr>
              <a:defRPr sz="2310"/>
            </a:lvl7pPr>
            <a:lvl8pPr>
              <a:defRPr sz="2310"/>
            </a:lvl8pPr>
            <a:lvl9pPr>
              <a:defRPr sz="231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76011"/>
            <a:ext cx="3932237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680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28002"/>
            <a:ext cx="3932237" cy="1848009"/>
          </a:xfrm>
        </p:spPr>
        <p:txBody>
          <a:bodyPr anchor="b"/>
          <a:lstStyle>
            <a:lvl1pPr>
              <a:defRPr sz="3696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140341"/>
            <a:ext cx="6172200" cy="5628360"/>
          </a:xfrm>
        </p:spPr>
        <p:txBody>
          <a:bodyPr anchor="t"/>
          <a:lstStyle>
            <a:lvl1pPr marL="0" indent="0">
              <a:buNone/>
              <a:defRPr sz="3696"/>
            </a:lvl1pPr>
            <a:lvl2pPr marL="528020" indent="0">
              <a:buNone/>
              <a:defRPr sz="3234"/>
            </a:lvl2pPr>
            <a:lvl3pPr marL="1056041" indent="0">
              <a:buNone/>
              <a:defRPr sz="2772"/>
            </a:lvl3pPr>
            <a:lvl4pPr marL="1584061" indent="0">
              <a:buNone/>
              <a:defRPr sz="2310"/>
            </a:lvl4pPr>
            <a:lvl5pPr marL="2112081" indent="0">
              <a:buNone/>
              <a:defRPr sz="2310"/>
            </a:lvl5pPr>
            <a:lvl6pPr marL="2640101" indent="0">
              <a:buNone/>
              <a:defRPr sz="2310"/>
            </a:lvl6pPr>
            <a:lvl7pPr marL="3168122" indent="0">
              <a:buNone/>
              <a:defRPr sz="2310"/>
            </a:lvl7pPr>
            <a:lvl8pPr marL="3696142" indent="0">
              <a:buNone/>
              <a:defRPr sz="2310"/>
            </a:lvl8pPr>
            <a:lvl9pPr marL="4224162" indent="0">
              <a:buNone/>
              <a:defRPr sz="231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376011"/>
            <a:ext cx="3932237" cy="4401855"/>
          </a:xfrm>
        </p:spPr>
        <p:txBody>
          <a:bodyPr/>
          <a:lstStyle>
            <a:lvl1pPr marL="0" indent="0">
              <a:buNone/>
              <a:defRPr sz="1848"/>
            </a:lvl1pPr>
            <a:lvl2pPr marL="528020" indent="0">
              <a:buNone/>
              <a:defRPr sz="1617"/>
            </a:lvl2pPr>
            <a:lvl3pPr marL="1056041" indent="0">
              <a:buNone/>
              <a:defRPr sz="1386"/>
            </a:lvl3pPr>
            <a:lvl4pPr marL="1584061" indent="0">
              <a:buNone/>
              <a:defRPr sz="1155"/>
            </a:lvl4pPr>
            <a:lvl5pPr marL="2112081" indent="0">
              <a:buNone/>
              <a:defRPr sz="1155"/>
            </a:lvl5pPr>
            <a:lvl6pPr marL="2640101" indent="0">
              <a:buNone/>
              <a:defRPr sz="1155"/>
            </a:lvl6pPr>
            <a:lvl7pPr marL="3168122" indent="0">
              <a:buNone/>
              <a:defRPr sz="1155"/>
            </a:lvl7pPr>
            <a:lvl8pPr marL="3696142" indent="0">
              <a:buNone/>
              <a:defRPr sz="1155"/>
            </a:lvl8pPr>
            <a:lvl9pPr marL="4224162" indent="0">
              <a:buNone/>
              <a:defRPr sz="1155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029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97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421669"/>
            <a:ext cx="2628900" cy="6711866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421669"/>
            <a:ext cx="7734300" cy="6711866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23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421671"/>
            <a:ext cx="10515600" cy="15308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108344"/>
            <a:ext cx="10515600" cy="5025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7340703"/>
            <a:ext cx="27432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B15396-234A-46CF-81E4-34292D7D699B}" type="datetimeFigureOut">
              <a:rPr lang="ko-KR" altLang="en-US" smtClean="0"/>
              <a:pPr/>
              <a:t>2018-01-22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7340703"/>
            <a:ext cx="41148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7340703"/>
            <a:ext cx="2743200" cy="4216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3B494-96E2-46B2-BEE1-DD9C956DB14E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0397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056041" rtl="0" eaLnBrk="1" latinLnBrk="1" hangingPunct="1">
        <a:lnSpc>
          <a:spcPct val="90000"/>
        </a:lnSpc>
        <a:spcBef>
          <a:spcPct val="0"/>
        </a:spcBef>
        <a:buNone/>
        <a:defRPr sz="508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4010" indent="-264010" algn="l" defTabSz="1056041" rtl="0" eaLnBrk="1" latinLnBrk="1" hangingPunct="1">
        <a:lnSpc>
          <a:spcPct val="90000"/>
        </a:lnSpc>
        <a:spcBef>
          <a:spcPts val="1155"/>
        </a:spcBef>
        <a:buFont typeface="Arial" panose="020B0604020202020204" pitchFamily="34" charset="0"/>
        <a:buChar char="•"/>
        <a:defRPr sz="3234" kern="1200">
          <a:solidFill>
            <a:schemeClr val="tx1"/>
          </a:solidFill>
          <a:latin typeface="+mn-lt"/>
          <a:ea typeface="+mn-ea"/>
          <a:cs typeface="+mn-cs"/>
        </a:defRPr>
      </a:lvl1pPr>
      <a:lvl2pPr marL="792030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772" kern="1200">
          <a:solidFill>
            <a:schemeClr val="tx1"/>
          </a:solidFill>
          <a:latin typeface="+mn-lt"/>
          <a:ea typeface="+mn-ea"/>
          <a:cs typeface="+mn-cs"/>
        </a:defRPr>
      </a:lvl2pPr>
      <a:lvl3pPr marL="132005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310" kern="1200">
          <a:solidFill>
            <a:schemeClr val="tx1"/>
          </a:solidFill>
          <a:latin typeface="+mn-lt"/>
          <a:ea typeface="+mn-ea"/>
          <a:cs typeface="+mn-cs"/>
        </a:defRPr>
      </a:lvl3pPr>
      <a:lvl4pPr marL="184807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376091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90411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43213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96015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488172" indent="-264010" algn="l" defTabSz="1056041" rtl="0" eaLnBrk="1" latinLnBrk="1" hangingPunct="1">
        <a:lnSpc>
          <a:spcPct val="90000"/>
        </a:lnSpc>
        <a:spcBef>
          <a:spcPts val="577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1pPr>
      <a:lvl2pPr marL="528020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105604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3pPr>
      <a:lvl4pPr marL="158406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4pPr>
      <a:lvl5pPr marL="211208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5pPr>
      <a:lvl6pPr marL="2640101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6pPr>
      <a:lvl7pPr marL="316812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7pPr>
      <a:lvl8pPr marL="369614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8pPr>
      <a:lvl9pPr marL="4224162" algn="l" defTabSz="1056041" rtl="0" eaLnBrk="1" latinLnBrk="1" hangingPunct="1">
        <a:defRPr sz="207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047874" y="1402746"/>
            <a:ext cx="8143875" cy="1530841"/>
          </a:xfrm>
        </p:spPr>
        <p:txBody>
          <a:bodyPr/>
          <a:lstStyle/>
          <a:p>
            <a:r>
              <a:rPr lang="en-US" altLang="ko-KR" smtClean="0"/>
              <a:t>0000 </a:t>
            </a:r>
            <a:r>
              <a:rPr lang="ko-KR" altLang="en-US" smtClean="0"/>
              <a:t>네트워크 공사계획서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447924" y="3733801"/>
            <a:ext cx="7743825" cy="272415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ko-KR" altLang="en-US" smtClean="0"/>
              <a:t>계획서 제출일 </a:t>
            </a:r>
            <a:r>
              <a:rPr lang="en-US" altLang="ko-KR" smtClean="0"/>
              <a:t>: 2018</a:t>
            </a:r>
            <a:r>
              <a:rPr lang="ko-KR" altLang="en-US" smtClean="0"/>
              <a:t>년 </a:t>
            </a:r>
            <a:r>
              <a:rPr lang="en-US" altLang="ko-KR" smtClean="0"/>
              <a:t>0</a:t>
            </a:r>
            <a:r>
              <a:rPr lang="ko-KR" altLang="en-US" smtClean="0"/>
              <a:t>월 </a:t>
            </a:r>
            <a:r>
              <a:rPr lang="en-US" altLang="ko-KR" smtClean="0"/>
              <a:t>0</a:t>
            </a:r>
            <a:r>
              <a:rPr lang="ko-KR" altLang="en-US" smtClean="0"/>
              <a:t>일</a:t>
            </a:r>
            <a:endParaRPr lang="en-US" altLang="ko-KR" smtClean="0"/>
          </a:p>
          <a:p>
            <a:pPr>
              <a:lnSpc>
                <a:spcPct val="150000"/>
              </a:lnSpc>
            </a:pPr>
            <a:r>
              <a:rPr lang="ko-KR" altLang="en-US" smtClean="0"/>
              <a:t>공사기간 </a:t>
            </a:r>
            <a:r>
              <a:rPr lang="en-US" altLang="ko-KR" smtClean="0"/>
              <a:t>: 0</a:t>
            </a:r>
            <a:r>
              <a:rPr lang="ko-KR" altLang="en-US" smtClean="0"/>
              <a:t>월 </a:t>
            </a:r>
            <a:r>
              <a:rPr lang="en-US" altLang="ko-KR" smtClean="0"/>
              <a:t>0</a:t>
            </a:r>
            <a:r>
              <a:rPr lang="ko-KR" altLang="en-US" smtClean="0"/>
              <a:t>일 </a:t>
            </a:r>
            <a:r>
              <a:rPr lang="en-US" altLang="ko-KR" smtClean="0"/>
              <a:t>~ 0</a:t>
            </a:r>
            <a:r>
              <a:rPr lang="ko-KR" altLang="en-US" smtClean="0"/>
              <a:t>일 </a:t>
            </a:r>
            <a:r>
              <a:rPr lang="en-US" altLang="ko-KR" smtClean="0"/>
              <a:t>(</a:t>
            </a:r>
            <a:r>
              <a:rPr lang="ko-KR" altLang="en-US" smtClean="0"/>
              <a:t>총 </a:t>
            </a:r>
            <a:r>
              <a:rPr lang="en-US" altLang="ko-KR" smtClean="0"/>
              <a:t>0</a:t>
            </a:r>
            <a:r>
              <a:rPr lang="ko-KR" altLang="en-US" smtClean="0"/>
              <a:t>일</a:t>
            </a:r>
            <a:r>
              <a:rPr lang="en-US" altLang="ko-KR" smtClean="0"/>
              <a:t>) </a:t>
            </a:r>
          </a:p>
          <a:p>
            <a:pPr>
              <a:lnSpc>
                <a:spcPct val="150000"/>
              </a:lnSpc>
            </a:pPr>
            <a:r>
              <a:rPr lang="ko-KR" altLang="en-US" smtClean="0"/>
              <a:t>제출자 </a:t>
            </a:r>
            <a:r>
              <a:rPr lang="en-US" altLang="ko-KR" smtClean="0"/>
              <a:t>: </a:t>
            </a:r>
            <a:r>
              <a:rPr lang="ko-KR" altLang="en-US" smtClean="0"/>
              <a:t>㈜</a:t>
            </a:r>
            <a:r>
              <a:rPr lang="en-US" altLang="ko-KR" smtClean="0"/>
              <a:t>00000</a:t>
            </a:r>
          </a:p>
          <a:p>
            <a:pPr>
              <a:lnSpc>
                <a:spcPct val="150000"/>
              </a:lnSpc>
            </a:pPr>
            <a:endParaRPr lang="en-US" altLang="ko-KR" smtClean="0"/>
          </a:p>
          <a:p>
            <a:pPr>
              <a:lnSpc>
                <a:spcPct val="150000"/>
              </a:lnSpc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0269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756" t="18478" r="12199" b="18175"/>
          <a:stretch/>
        </p:blipFill>
        <p:spPr>
          <a:xfrm>
            <a:off x="300263" y="1037309"/>
            <a:ext cx="8376188" cy="4443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19156"/>
              </p:ext>
            </p:extLst>
          </p:nvPr>
        </p:nvGraphicFramePr>
        <p:xfrm>
          <a:off x="8906200" y="927712"/>
          <a:ext cx="3025140" cy="467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1754126437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3925899619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구분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기호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단위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수량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전기케이블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 smtClean="0"/>
                        <a:t>(</a:t>
                      </a:r>
                      <a:r>
                        <a:rPr lang="ko-KR" altLang="en-US" sz="1200" b="1" smtClean="0"/>
                        <a:t>허브</a:t>
                      </a:r>
                      <a:r>
                        <a:rPr lang="en-US" altLang="ko-KR" sz="1200" b="1" smtClean="0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공유기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무선</a:t>
                      </a:r>
                      <a:r>
                        <a:rPr lang="en-US" altLang="ko-KR" sz="1200" b="1" smtClean="0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r>
                        <a:rPr lang="en-US" altLang="ko-KR" sz="1200" b="1" smtClean="0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Point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 smtClean="0"/>
                        <a:t>공유기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</a:t>
                      </a: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23" name="직선 연결선 22"/>
          <p:cNvCxnSpPr/>
          <p:nvPr/>
        </p:nvCxnSpPr>
        <p:spPr>
          <a:xfrm flipV="1">
            <a:off x="5778520" y="3533797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5400000" flipV="1">
            <a:off x="7550884" y="3353866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6200000" flipV="1">
            <a:off x="354713" y="389941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1168366" y="4605401"/>
            <a:ext cx="3993999" cy="2452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그림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49" name="그룹 48"/>
          <p:cNvGrpSpPr/>
          <p:nvPr/>
        </p:nvGrpSpPr>
        <p:grpSpPr>
          <a:xfrm>
            <a:off x="6734630" y="2277516"/>
            <a:ext cx="528114" cy="343845"/>
            <a:chOff x="5831943" y="1411165"/>
            <a:chExt cx="528114" cy="343845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342857"/>
              </p:ext>
            </p:extLst>
          </p:nvPr>
        </p:nvGraphicFramePr>
        <p:xfrm>
          <a:off x="300264" y="5627495"/>
          <a:ext cx="1161098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543">
                  <a:extLst>
                    <a:ext uri="{9D8B030D-6E8A-4147-A177-3AD203B41FA5}">
                      <a16:colId xmlns:a16="http://schemas.microsoft.com/office/drawing/2014/main" val="8231921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5486496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346584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996741434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362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5728099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727405988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85331"/>
                    </a:ext>
                  </a:extLst>
                </a:gridCol>
                <a:gridCol w="450698">
                  <a:extLst>
                    <a:ext uri="{9D8B030D-6E8A-4147-A177-3AD203B41FA5}">
                      <a16:colId xmlns:a16="http://schemas.microsoft.com/office/drawing/2014/main" val="2410904536"/>
                    </a:ext>
                  </a:extLst>
                </a:gridCol>
                <a:gridCol w="604846">
                  <a:extLst>
                    <a:ext uri="{9D8B030D-6E8A-4147-A177-3AD203B41FA5}">
                      <a16:colId xmlns:a16="http://schemas.microsoft.com/office/drawing/2014/main" val="169192117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90610079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012481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73145001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60176170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732772209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52353921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4322473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46803405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7395634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1903827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79252770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HI-BOX NO.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1-03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808592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허브 제조사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0733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포트 수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8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5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16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8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80564"/>
                  </a:ext>
                </a:extLst>
              </a:tr>
              <a:tr h="579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LAN</a:t>
                      </a:r>
                      <a:r>
                        <a:rPr lang="en-US" altLang="ko-KR" sz="1000" baseline="0" smtClean="0"/>
                        <a:t> NO.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1-1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1-2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2-1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3-1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3-2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4-1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4-2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78621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기타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/>
                        <a:t>1- </a:t>
                      </a:r>
                      <a:r>
                        <a:rPr lang="ko-KR" altLang="en-US" sz="1000" smtClean="0"/>
                        <a:t>보온로</a:t>
                      </a:r>
                      <a:r>
                        <a:rPr lang="en-US" altLang="ko-KR" sz="1000" smtClean="0"/>
                        <a:t>2</a:t>
                      </a:r>
                    </a:p>
                    <a:p>
                      <a:pPr algn="l" latinLnBrk="1"/>
                      <a:r>
                        <a:rPr lang="en-US" altLang="ko-KR" sz="1000" smtClean="0"/>
                        <a:t>2- </a:t>
                      </a:r>
                      <a:r>
                        <a:rPr lang="ko-KR" altLang="en-US" sz="1000" smtClean="0"/>
                        <a:t>주조기</a:t>
                      </a:r>
                      <a:r>
                        <a:rPr lang="en-US" altLang="ko-KR" sz="1000" smtClean="0"/>
                        <a:t>3</a:t>
                      </a:r>
                    </a:p>
                    <a:p>
                      <a:pPr algn="l" latinLnBrk="1"/>
                      <a:r>
                        <a:rPr lang="en-US" altLang="ko-KR" sz="1000" smtClean="0"/>
                        <a:t>3-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냉각수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smtClean="0"/>
                        <a:t>용해로</a:t>
                      </a:r>
                      <a:r>
                        <a:rPr lang="en-US" altLang="ko-KR" sz="1000" smtClean="0"/>
                        <a:t>, GBF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94231"/>
                  </a:ext>
                </a:extLst>
              </a:tr>
            </a:tbl>
          </a:graphicData>
        </a:graphic>
      </p:graphicFrame>
      <p:grpSp>
        <p:nvGrpSpPr>
          <p:cNvPr id="55" name="그룹 54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6" name="그림 55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7" name="TextBox 56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OOOO </a:t>
            </a:r>
            <a:r>
              <a:rPr lang="ko-KR" altLang="en-US"/>
              <a:t>네트워크 구성도 </a:t>
            </a:r>
            <a:r>
              <a:rPr lang="en-US" altLang="ko-KR"/>
              <a:t>(LAY-OUT)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546036" y="326663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</a:t>
            </a:r>
            <a:r>
              <a:rPr lang="en-US" altLang="ko-KR" smtClean="0"/>
              <a:t>1/3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4099604" y="4289850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550690" y="4303305"/>
            <a:ext cx="528114" cy="343845"/>
            <a:chOff x="5831943" y="1411165"/>
            <a:chExt cx="528114" cy="343845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1-03</a:t>
              </a:r>
              <a:endParaRPr lang="ko-KR" altLang="en-US" sz="900" b="1"/>
            </a:p>
          </p:txBody>
        </p:sp>
      </p:grpSp>
      <p:cxnSp>
        <p:nvCxnSpPr>
          <p:cNvPr id="69" name="직선 연결선 68"/>
          <p:cNvCxnSpPr/>
          <p:nvPr/>
        </p:nvCxnSpPr>
        <p:spPr>
          <a:xfrm rot="16200000" flipV="1">
            <a:off x="4327813" y="378367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7616811" y="2721223"/>
            <a:ext cx="7620" cy="28143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5149535" y="2978859"/>
            <a:ext cx="2467277" cy="23802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V="1">
            <a:off x="7001379" y="2609068"/>
            <a:ext cx="10439" cy="393593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5872491" y="3806005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rot="5400000" flipV="1">
            <a:off x="6684570" y="1979380"/>
            <a:ext cx="636557" cy="29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 flipV="1">
            <a:off x="7539070" y="2630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940" y="3002661"/>
            <a:ext cx="338850" cy="326748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534" y="3020804"/>
            <a:ext cx="338850" cy="326748"/>
          </a:xfrm>
          <a:prstGeom prst="rect">
            <a:avLst/>
          </a:prstGeom>
        </p:spPr>
      </p:pic>
      <p:cxnSp>
        <p:nvCxnSpPr>
          <p:cNvPr id="83" name="직선 연결선 82"/>
          <p:cNvCxnSpPr/>
          <p:nvPr/>
        </p:nvCxnSpPr>
        <p:spPr>
          <a:xfrm>
            <a:off x="1229516" y="3178298"/>
            <a:ext cx="1935849" cy="588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타원 86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90" name="꺾인 연결선 89"/>
          <p:cNvCxnSpPr>
            <a:endCxn id="67" idx="0"/>
          </p:cNvCxnSpPr>
          <p:nvPr/>
        </p:nvCxnSpPr>
        <p:spPr>
          <a:xfrm rot="16200000" flipH="1">
            <a:off x="2405378" y="3893933"/>
            <a:ext cx="569501" cy="249240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endCxn id="67" idx="0"/>
          </p:cNvCxnSpPr>
          <p:nvPr/>
        </p:nvCxnSpPr>
        <p:spPr>
          <a:xfrm rot="5400000">
            <a:off x="2522636" y="3913999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/>
          <p:nvPr/>
        </p:nvCxnSpPr>
        <p:spPr>
          <a:xfrm rot="16200000" flipH="1">
            <a:off x="4008889" y="3921113"/>
            <a:ext cx="564022" cy="189404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/>
          <p:nvPr/>
        </p:nvCxnSpPr>
        <p:spPr>
          <a:xfrm rot="5400000">
            <a:off x="4093490" y="3908522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타원 102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4" name="타원 103"/>
          <p:cNvSpPr/>
          <p:nvPr/>
        </p:nvSpPr>
        <p:spPr>
          <a:xfrm flipV="1">
            <a:off x="2472939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5" name="타원 104"/>
          <p:cNvSpPr/>
          <p:nvPr/>
        </p:nvSpPr>
        <p:spPr>
          <a:xfrm flipV="1">
            <a:off x="2826580" y="3538359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6" name="타원 105"/>
          <p:cNvSpPr/>
          <p:nvPr/>
        </p:nvSpPr>
        <p:spPr>
          <a:xfrm flipV="1">
            <a:off x="4090175" y="3641865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7" name="타원 106"/>
          <p:cNvSpPr/>
          <p:nvPr/>
        </p:nvSpPr>
        <p:spPr>
          <a:xfrm flipV="1">
            <a:off x="4377657" y="3576107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8" name="타원 107"/>
          <p:cNvSpPr/>
          <p:nvPr/>
        </p:nvSpPr>
        <p:spPr>
          <a:xfrm flipV="1">
            <a:off x="6412408" y="235824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9" name="타원 108"/>
          <p:cNvSpPr/>
          <p:nvPr/>
        </p:nvSpPr>
        <p:spPr>
          <a:xfrm flipV="1">
            <a:off x="5663956" y="2447723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cxnSp>
        <p:nvCxnSpPr>
          <p:cNvPr id="110" name="꺾인 연결선 109"/>
          <p:cNvCxnSpPr>
            <a:stCxn id="109" idx="7"/>
            <a:endCxn id="48" idx="1"/>
          </p:cNvCxnSpPr>
          <p:nvPr/>
        </p:nvCxnSpPr>
        <p:spPr>
          <a:xfrm rot="5400000" flipH="1" flipV="1">
            <a:off x="6213119" y="2059452"/>
            <a:ext cx="118068" cy="924953"/>
          </a:xfrm>
          <a:prstGeom prst="bentConnector4">
            <a:avLst>
              <a:gd name="adj1" fmla="val -193617"/>
              <a:gd name="adj2" fmla="val 51351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꺾인 연결선 110"/>
          <p:cNvCxnSpPr>
            <a:endCxn id="48" idx="1"/>
          </p:cNvCxnSpPr>
          <p:nvPr/>
        </p:nvCxnSpPr>
        <p:spPr>
          <a:xfrm rot="16200000" flipV="1">
            <a:off x="6728592" y="2468934"/>
            <a:ext cx="140929" cy="128852"/>
          </a:xfrm>
          <a:prstGeom prst="bentConnector4">
            <a:avLst>
              <a:gd name="adj1" fmla="val 25431"/>
              <a:gd name="adj2" fmla="val 277413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53817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756" t="18478" r="12199" b="18175"/>
          <a:stretch/>
        </p:blipFill>
        <p:spPr>
          <a:xfrm>
            <a:off x="300263" y="1037309"/>
            <a:ext cx="8376188" cy="4443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3" name="직선 연결선 22"/>
          <p:cNvCxnSpPr/>
          <p:nvPr/>
        </p:nvCxnSpPr>
        <p:spPr>
          <a:xfrm flipV="1">
            <a:off x="5778520" y="3533797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5400000" flipV="1">
            <a:off x="7550884" y="3353866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6200000" flipV="1">
            <a:off x="354713" y="389941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1168366" y="4605401"/>
            <a:ext cx="3993999" cy="2452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6734630" y="2277516"/>
            <a:ext cx="528114" cy="343845"/>
            <a:chOff x="5831943" y="1411165"/>
            <a:chExt cx="528114" cy="343845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300264" y="5627495"/>
          <a:ext cx="1161098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543">
                  <a:extLst>
                    <a:ext uri="{9D8B030D-6E8A-4147-A177-3AD203B41FA5}">
                      <a16:colId xmlns:a16="http://schemas.microsoft.com/office/drawing/2014/main" val="8231921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5486496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346584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996741434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362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5728099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727405988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85331"/>
                    </a:ext>
                  </a:extLst>
                </a:gridCol>
                <a:gridCol w="450698">
                  <a:extLst>
                    <a:ext uri="{9D8B030D-6E8A-4147-A177-3AD203B41FA5}">
                      <a16:colId xmlns:a16="http://schemas.microsoft.com/office/drawing/2014/main" val="2410904536"/>
                    </a:ext>
                  </a:extLst>
                </a:gridCol>
                <a:gridCol w="604846">
                  <a:extLst>
                    <a:ext uri="{9D8B030D-6E8A-4147-A177-3AD203B41FA5}">
                      <a16:colId xmlns:a16="http://schemas.microsoft.com/office/drawing/2014/main" val="169192117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90610079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012481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73145001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60176170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732772209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52353921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4322473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46803405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7395634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1903827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79252770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HI-BOX NO.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1-03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808592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허브 제조사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0733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포트 수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8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5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16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8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80564"/>
                  </a:ext>
                </a:extLst>
              </a:tr>
              <a:tr h="579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LAN</a:t>
                      </a:r>
                      <a:r>
                        <a:rPr lang="en-US" altLang="ko-KR" sz="1000" baseline="0" smtClean="0"/>
                        <a:t> NO.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1-1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1-2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2-1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3-1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3-2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4-1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4-2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78621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기타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/>
                        <a:t>1- </a:t>
                      </a:r>
                      <a:r>
                        <a:rPr lang="ko-KR" altLang="en-US" sz="1000" smtClean="0"/>
                        <a:t>보온로</a:t>
                      </a:r>
                      <a:r>
                        <a:rPr lang="en-US" altLang="ko-KR" sz="1000" smtClean="0"/>
                        <a:t>2</a:t>
                      </a:r>
                    </a:p>
                    <a:p>
                      <a:pPr algn="l" latinLnBrk="1"/>
                      <a:r>
                        <a:rPr lang="en-US" altLang="ko-KR" sz="1000" smtClean="0"/>
                        <a:t>2- </a:t>
                      </a:r>
                      <a:r>
                        <a:rPr lang="ko-KR" altLang="en-US" sz="1000" smtClean="0"/>
                        <a:t>주조기</a:t>
                      </a:r>
                      <a:r>
                        <a:rPr lang="en-US" altLang="ko-KR" sz="1000" smtClean="0"/>
                        <a:t>3</a:t>
                      </a:r>
                    </a:p>
                    <a:p>
                      <a:pPr algn="l" latinLnBrk="1"/>
                      <a:r>
                        <a:rPr lang="en-US" altLang="ko-KR" sz="1000" smtClean="0"/>
                        <a:t>3-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냉각수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smtClean="0"/>
                        <a:t>용해로</a:t>
                      </a:r>
                      <a:r>
                        <a:rPr lang="en-US" altLang="ko-KR" sz="1000" smtClean="0"/>
                        <a:t>, GBF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94231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OOOO </a:t>
            </a:r>
            <a:r>
              <a:rPr lang="ko-KR" altLang="en-US"/>
              <a:t>네트워크 구성도 </a:t>
            </a:r>
            <a:r>
              <a:rPr lang="en-US" altLang="ko-KR"/>
              <a:t>(LAY-OUT)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546036" y="326663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</a:t>
            </a:r>
            <a:r>
              <a:rPr lang="en-US" altLang="ko-KR" smtClean="0"/>
              <a:t>2/3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4099604" y="4289850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550690" y="4303305"/>
            <a:ext cx="528114" cy="343845"/>
            <a:chOff x="5831943" y="1411165"/>
            <a:chExt cx="528114" cy="343845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1-03</a:t>
              </a:r>
              <a:endParaRPr lang="ko-KR" altLang="en-US" sz="900" b="1"/>
            </a:p>
          </p:txBody>
        </p:sp>
      </p:grpSp>
      <p:cxnSp>
        <p:nvCxnSpPr>
          <p:cNvPr id="69" name="직선 연결선 68"/>
          <p:cNvCxnSpPr/>
          <p:nvPr/>
        </p:nvCxnSpPr>
        <p:spPr>
          <a:xfrm rot="16200000" flipV="1">
            <a:off x="4327813" y="378367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7616811" y="2721223"/>
            <a:ext cx="7620" cy="28143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5149535" y="2978859"/>
            <a:ext cx="2467277" cy="23802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V="1">
            <a:off x="6997182" y="2609068"/>
            <a:ext cx="14636" cy="43947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5872491" y="3806005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rot="5400000" flipV="1">
            <a:off x="6684570" y="1979380"/>
            <a:ext cx="636557" cy="29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 flipV="1">
            <a:off x="7539070" y="2630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40" y="3002661"/>
            <a:ext cx="338850" cy="326748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534" y="3020804"/>
            <a:ext cx="338850" cy="326748"/>
          </a:xfrm>
          <a:prstGeom prst="rect">
            <a:avLst/>
          </a:prstGeom>
        </p:spPr>
      </p:pic>
      <p:cxnSp>
        <p:nvCxnSpPr>
          <p:cNvPr id="83" name="직선 연결선 82"/>
          <p:cNvCxnSpPr/>
          <p:nvPr/>
        </p:nvCxnSpPr>
        <p:spPr>
          <a:xfrm>
            <a:off x="1229516" y="3178298"/>
            <a:ext cx="1935849" cy="588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89"/>
          <p:cNvCxnSpPr>
            <a:endCxn id="67" idx="0"/>
          </p:cNvCxnSpPr>
          <p:nvPr/>
        </p:nvCxnSpPr>
        <p:spPr>
          <a:xfrm rot="16200000" flipH="1">
            <a:off x="2405378" y="3893933"/>
            <a:ext cx="569501" cy="249240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endCxn id="67" idx="0"/>
          </p:cNvCxnSpPr>
          <p:nvPr/>
        </p:nvCxnSpPr>
        <p:spPr>
          <a:xfrm rot="5400000">
            <a:off x="2522636" y="3913999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/>
          <p:nvPr/>
        </p:nvCxnSpPr>
        <p:spPr>
          <a:xfrm rot="16200000" flipH="1">
            <a:off x="4008889" y="3921113"/>
            <a:ext cx="564022" cy="189404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/>
          <p:nvPr/>
        </p:nvCxnSpPr>
        <p:spPr>
          <a:xfrm rot="5400000">
            <a:off x="4093490" y="3908522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866367"/>
              </p:ext>
            </p:extLst>
          </p:nvPr>
        </p:nvGraphicFramePr>
        <p:xfrm>
          <a:off x="8906200" y="927712"/>
          <a:ext cx="3025140" cy="467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1754126437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3925899619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구분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기호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단위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수량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전기케이블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 smtClean="0"/>
                        <a:t>(</a:t>
                      </a:r>
                      <a:r>
                        <a:rPr lang="ko-KR" altLang="en-US" sz="1200" b="1" smtClean="0"/>
                        <a:t>허브</a:t>
                      </a:r>
                      <a:r>
                        <a:rPr lang="en-US" altLang="ko-KR" sz="1200" b="1" smtClean="0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공유기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무선</a:t>
                      </a:r>
                      <a:r>
                        <a:rPr lang="en-US" altLang="ko-KR" sz="1200" b="1" smtClean="0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r>
                        <a:rPr lang="en-US" altLang="ko-KR" sz="1200" b="1" smtClean="0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Point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 smtClean="0"/>
                        <a:t>공유기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</a:t>
                      </a: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44" name="직선 연결선 4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그림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53" name="그룹 52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60" name="타원 59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98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33756" t="18478" r="12199" b="18175"/>
          <a:stretch/>
        </p:blipFill>
        <p:spPr>
          <a:xfrm>
            <a:off x="300263" y="1037309"/>
            <a:ext cx="8376188" cy="44437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3" name="직선 연결선 22"/>
          <p:cNvCxnSpPr/>
          <p:nvPr/>
        </p:nvCxnSpPr>
        <p:spPr>
          <a:xfrm flipV="1">
            <a:off x="5778520" y="3533797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/>
          <p:nvPr/>
        </p:nvCxnSpPr>
        <p:spPr>
          <a:xfrm rot="5400000" flipV="1">
            <a:off x="7550884" y="3353866"/>
            <a:ext cx="1651065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rot="16200000" flipV="1">
            <a:off x="354713" y="389941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/>
          <p:nvPr/>
        </p:nvCxnSpPr>
        <p:spPr>
          <a:xfrm flipV="1">
            <a:off x="1168366" y="4605401"/>
            <a:ext cx="3993999" cy="2452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그룹 48"/>
          <p:cNvGrpSpPr/>
          <p:nvPr/>
        </p:nvGrpSpPr>
        <p:grpSpPr>
          <a:xfrm>
            <a:off x="6734630" y="2277516"/>
            <a:ext cx="528114" cy="343845"/>
            <a:chOff x="5831943" y="1411165"/>
            <a:chExt cx="528114" cy="343845"/>
          </a:xfrm>
        </p:grpSpPr>
        <p:pic>
          <p:nvPicPr>
            <p:cNvPr id="45" name="그림 44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48" name="TextBox 4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1-01</a:t>
              </a:r>
              <a:endParaRPr lang="ko-KR" altLang="en-US" sz="900" b="1"/>
            </a:p>
          </p:txBody>
        </p:sp>
      </p:grpSp>
      <p:graphicFrame>
        <p:nvGraphicFramePr>
          <p:cNvPr id="50" name="표 49"/>
          <p:cNvGraphicFramePr>
            <a:graphicFrameLocks noGrp="1"/>
          </p:cNvGraphicFramePr>
          <p:nvPr/>
        </p:nvGraphicFramePr>
        <p:xfrm>
          <a:off x="300264" y="5627495"/>
          <a:ext cx="1161098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543">
                  <a:extLst>
                    <a:ext uri="{9D8B030D-6E8A-4147-A177-3AD203B41FA5}">
                      <a16:colId xmlns:a16="http://schemas.microsoft.com/office/drawing/2014/main" val="8231921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5486496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34658470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996741434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362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57280990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727405988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29285331"/>
                    </a:ext>
                  </a:extLst>
                </a:gridCol>
                <a:gridCol w="450698">
                  <a:extLst>
                    <a:ext uri="{9D8B030D-6E8A-4147-A177-3AD203B41FA5}">
                      <a16:colId xmlns:a16="http://schemas.microsoft.com/office/drawing/2014/main" val="2410904536"/>
                    </a:ext>
                  </a:extLst>
                </a:gridCol>
                <a:gridCol w="604846">
                  <a:extLst>
                    <a:ext uri="{9D8B030D-6E8A-4147-A177-3AD203B41FA5}">
                      <a16:colId xmlns:a16="http://schemas.microsoft.com/office/drawing/2014/main" val="169192117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2906100793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012481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731450017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60176170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732772209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52353921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84322473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3468034055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73956341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119038276"/>
                    </a:ext>
                  </a:extLst>
                </a:gridCol>
                <a:gridCol w="527772">
                  <a:extLst>
                    <a:ext uri="{9D8B030D-6E8A-4147-A177-3AD203B41FA5}">
                      <a16:colId xmlns:a16="http://schemas.microsoft.com/office/drawing/2014/main" val="1079252770"/>
                    </a:ext>
                  </a:extLst>
                </a:gridCol>
              </a:tblGrid>
              <a:tr h="2267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HI-BOX NO.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1-03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2-02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3-01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3-02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…</a:t>
                      </a:r>
                      <a:endParaRPr lang="ko-KR" altLang="en-US" sz="12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6808592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허브 제조사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ipTIME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marL="36000" marR="36000" marT="36000" marB="36000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190733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포트 수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8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5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16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8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8980564"/>
                  </a:ext>
                </a:extLst>
              </a:tr>
              <a:tr h="5794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LAN</a:t>
                      </a:r>
                      <a:r>
                        <a:rPr lang="en-US" altLang="ko-KR" sz="1000" baseline="0" smtClean="0"/>
                        <a:t> NO.</a:t>
                      </a:r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1-1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1-2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2-1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3-1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3-2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mtClean="0"/>
                        <a:t>4-1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4-2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</a:p>
                    <a:p>
                      <a:pPr algn="ctr" latinLnBrk="1"/>
                      <a:r>
                        <a:rPr lang="en-US" altLang="ko-KR" sz="1000" smtClean="0"/>
                        <a:t>…</a:t>
                      </a:r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3778621"/>
                  </a:ext>
                </a:extLst>
              </a:tr>
              <a:tr h="20155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mtClean="0"/>
                        <a:t>기타</a:t>
                      </a:r>
                      <a:endParaRPr lang="ko-KR" altLang="en-US" sz="100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000" smtClean="0"/>
                        <a:t>1- </a:t>
                      </a:r>
                      <a:r>
                        <a:rPr lang="ko-KR" altLang="en-US" sz="1000" smtClean="0"/>
                        <a:t>보온로</a:t>
                      </a:r>
                      <a:r>
                        <a:rPr lang="en-US" altLang="ko-KR" sz="1000" smtClean="0"/>
                        <a:t>2</a:t>
                      </a:r>
                    </a:p>
                    <a:p>
                      <a:pPr algn="l" latinLnBrk="1"/>
                      <a:r>
                        <a:rPr lang="en-US" altLang="ko-KR" sz="1000" smtClean="0"/>
                        <a:t>2- </a:t>
                      </a:r>
                      <a:r>
                        <a:rPr lang="ko-KR" altLang="en-US" sz="1000" smtClean="0"/>
                        <a:t>주조기</a:t>
                      </a:r>
                      <a:r>
                        <a:rPr lang="en-US" altLang="ko-KR" sz="1000" smtClean="0"/>
                        <a:t>3</a:t>
                      </a:r>
                    </a:p>
                    <a:p>
                      <a:pPr algn="l" latinLnBrk="1"/>
                      <a:r>
                        <a:rPr lang="en-US" altLang="ko-KR" sz="1000" smtClean="0"/>
                        <a:t>3-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냉각수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000" smtClean="0"/>
                        <a:t>용해로</a:t>
                      </a:r>
                      <a:r>
                        <a:rPr lang="en-US" altLang="ko-KR" sz="1000" smtClean="0"/>
                        <a:t>, GBF</a:t>
                      </a:r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endParaRPr lang="ko-KR" altLang="en-US" sz="100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2294231"/>
                  </a:ext>
                </a:extLst>
              </a:tr>
            </a:tbl>
          </a:graphicData>
        </a:graphic>
      </p:graphicFrame>
      <p:sp>
        <p:nvSpPr>
          <p:cNvPr id="58" name="TextBox 57"/>
          <p:cNvSpPr txBox="1"/>
          <p:nvPr/>
        </p:nvSpPr>
        <p:spPr>
          <a:xfrm>
            <a:off x="300263" y="301860"/>
            <a:ext cx="7214962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OOOO </a:t>
            </a:r>
            <a:r>
              <a:rPr lang="ko-KR" altLang="en-US"/>
              <a:t>네트워크 구성도 </a:t>
            </a:r>
            <a:r>
              <a:rPr lang="en-US" altLang="ko-KR"/>
              <a:t>(LAY-OUT)</a:t>
            </a:r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10546036" y="326663"/>
            <a:ext cx="1375779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/>
              <a:t>PAGE </a:t>
            </a:r>
            <a:r>
              <a:rPr lang="en-US" altLang="ko-KR" smtClean="0"/>
              <a:t>3/3</a:t>
            </a:r>
            <a:endParaRPr lang="ko-KR" altLang="en-US"/>
          </a:p>
        </p:txBody>
      </p:sp>
      <p:grpSp>
        <p:nvGrpSpPr>
          <p:cNvPr id="63" name="그룹 62"/>
          <p:cNvGrpSpPr/>
          <p:nvPr/>
        </p:nvGrpSpPr>
        <p:grpSpPr>
          <a:xfrm>
            <a:off x="4099604" y="4289850"/>
            <a:ext cx="528114" cy="343845"/>
            <a:chOff x="5831943" y="1411165"/>
            <a:chExt cx="528114" cy="343845"/>
          </a:xfrm>
        </p:grpSpPr>
        <p:pic>
          <p:nvPicPr>
            <p:cNvPr id="64" name="그림 63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5" name="TextBox 64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1-02</a:t>
              </a:r>
              <a:endParaRPr lang="ko-KR" altLang="en-US" sz="900" b="1"/>
            </a:p>
          </p:txBody>
        </p:sp>
      </p:grpSp>
      <p:grpSp>
        <p:nvGrpSpPr>
          <p:cNvPr id="66" name="그룹 65"/>
          <p:cNvGrpSpPr/>
          <p:nvPr/>
        </p:nvGrpSpPr>
        <p:grpSpPr>
          <a:xfrm>
            <a:off x="2550690" y="4303305"/>
            <a:ext cx="528114" cy="343845"/>
            <a:chOff x="5831943" y="1411165"/>
            <a:chExt cx="528114" cy="343845"/>
          </a:xfrm>
        </p:grpSpPr>
        <p:pic>
          <p:nvPicPr>
            <p:cNvPr id="67" name="그림 66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68" name="TextBox 67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1-03</a:t>
              </a:r>
              <a:endParaRPr lang="ko-KR" altLang="en-US" sz="900" b="1"/>
            </a:p>
          </p:txBody>
        </p:sp>
      </p:grpSp>
      <p:cxnSp>
        <p:nvCxnSpPr>
          <p:cNvPr id="69" name="직선 연결선 68"/>
          <p:cNvCxnSpPr/>
          <p:nvPr/>
        </p:nvCxnSpPr>
        <p:spPr>
          <a:xfrm rot="16200000" flipV="1">
            <a:off x="4327813" y="3783678"/>
            <a:ext cx="1651065" cy="7620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 flipH="1" flipV="1">
            <a:off x="7616811" y="2721223"/>
            <a:ext cx="7620" cy="281438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연결선 70"/>
          <p:cNvCxnSpPr/>
          <p:nvPr/>
        </p:nvCxnSpPr>
        <p:spPr>
          <a:xfrm flipV="1">
            <a:off x="5149535" y="2978859"/>
            <a:ext cx="2467277" cy="23802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>
          <a:xfrm flipV="1">
            <a:off x="6997182" y="2609068"/>
            <a:ext cx="14636" cy="439474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 flipV="1">
            <a:off x="5872491" y="3806005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/>
          <p:cNvCxnSpPr/>
          <p:nvPr/>
        </p:nvCxnSpPr>
        <p:spPr>
          <a:xfrm rot="5400000" flipV="1">
            <a:off x="6684570" y="1979380"/>
            <a:ext cx="636557" cy="2938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타원 78"/>
          <p:cNvSpPr/>
          <p:nvPr/>
        </p:nvSpPr>
        <p:spPr>
          <a:xfrm flipV="1">
            <a:off x="7539070" y="2630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80" name="그림 7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8940" y="3002661"/>
            <a:ext cx="338850" cy="326748"/>
          </a:xfrm>
          <a:prstGeom prst="rect">
            <a:avLst/>
          </a:prstGeom>
        </p:spPr>
      </p:pic>
      <p:pic>
        <p:nvPicPr>
          <p:cNvPr id="81" name="그림 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534" y="3020804"/>
            <a:ext cx="338850" cy="326748"/>
          </a:xfrm>
          <a:prstGeom prst="rect">
            <a:avLst/>
          </a:prstGeom>
        </p:spPr>
      </p:pic>
      <p:cxnSp>
        <p:nvCxnSpPr>
          <p:cNvPr id="83" name="직선 연결선 82"/>
          <p:cNvCxnSpPr/>
          <p:nvPr/>
        </p:nvCxnSpPr>
        <p:spPr>
          <a:xfrm>
            <a:off x="1229516" y="3178298"/>
            <a:ext cx="1935849" cy="5881"/>
          </a:xfrm>
          <a:prstGeom prst="line">
            <a:avLst/>
          </a:prstGeom>
          <a:ln w="28575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꺾인 연결선 89"/>
          <p:cNvCxnSpPr>
            <a:endCxn id="67" idx="0"/>
          </p:cNvCxnSpPr>
          <p:nvPr/>
        </p:nvCxnSpPr>
        <p:spPr>
          <a:xfrm rot="16200000" flipH="1">
            <a:off x="2405378" y="3893933"/>
            <a:ext cx="569501" cy="249240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endCxn id="67" idx="0"/>
          </p:cNvCxnSpPr>
          <p:nvPr/>
        </p:nvCxnSpPr>
        <p:spPr>
          <a:xfrm rot="5400000">
            <a:off x="2522636" y="3913999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꺾인 연결선 97"/>
          <p:cNvCxnSpPr/>
          <p:nvPr/>
        </p:nvCxnSpPr>
        <p:spPr>
          <a:xfrm rot="16200000" flipH="1">
            <a:off x="4008889" y="3921113"/>
            <a:ext cx="564022" cy="189404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꺾인 연결선 98"/>
          <p:cNvCxnSpPr/>
          <p:nvPr/>
        </p:nvCxnSpPr>
        <p:spPr>
          <a:xfrm rot="5400000">
            <a:off x="4093490" y="3908522"/>
            <a:ext cx="681419" cy="97193"/>
          </a:xfrm>
          <a:prstGeom prst="bentConnector3">
            <a:avLst>
              <a:gd name="adj1" fmla="val 50000"/>
            </a:avLst>
          </a:prstGeom>
          <a:ln w="19050">
            <a:solidFill>
              <a:srgbClr val="00763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3" name="표 4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866367"/>
              </p:ext>
            </p:extLst>
          </p:nvPr>
        </p:nvGraphicFramePr>
        <p:xfrm>
          <a:off x="8906200" y="927712"/>
          <a:ext cx="3025140" cy="46718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919102175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70446739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1754126437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3925899619"/>
                    </a:ext>
                  </a:extLst>
                </a:gridCol>
              </a:tblGrid>
              <a:tr h="3578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구분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기호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단위</a:t>
                      </a:r>
                      <a:endParaRPr lang="ko-KR" alt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mtClean="0"/>
                        <a:t>수량</a:t>
                      </a:r>
                      <a:endParaRPr lang="ko-KR" alt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579303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UTP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654358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STP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4355155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전기케이블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100m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3976640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smtClean="0"/>
                        <a:t>HI-BOX</a:t>
                      </a:r>
                    </a:p>
                    <a:p>
                      <a:pPr algn="ctr" latinLnBrk="1"/>
                      <a:r>
                        <a:rPr lang="en-US" altLang="ko-KR" sz="1200" b="1" smtClean="0"/>
                        <a:t>(</a:t>
                      </a:r>
                      <a:r>
                        <a:rPr lang="ko-KR" altLang="en-US" sz="1200" b="1" smtClean="0"/>
                        <a:t>허브</a:t>
                      </a:r>
                      <a:r>
                        <a:rPr lang="en-US" altLang="ko-KR" sz="1200" b="1" smtClean="0"/>
                        <a:t>)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9752600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공유기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1054381"/>
                  </a:ext>
                </a:extLst>
              </a:tr>
              <a:tr h="4411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무선</a:t>
                      </a:r>
                      <a:r>
                        <a:rPr lang="en-US" altLang="ko-KR" sz="1200" b="1" smtClean="0"/>
                        <a:t>AP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7245163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5588136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smtClean="0"/>
                        <a:t>기타</a:t>
                      </a:r>
                      <a:r>
                        <a:rPr lang="en-US" altLang="ko-KR" sz="1200" b="1" smtClean="0"/>
                        <a:t>.</a:t>
                      </a:r>
                      <a:endParaRPr lang="ko-KR" altLang="en-US" sz="12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06218675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Point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0689422"/>
                  </a:ext>
                </a:extLst>
              </a:tr>
              <a:tr h="41687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smtClean="0"/>
                        <a:t>Main</a:t>
                      </a:r>
                    </a:p>
                    <a:p>
                      <a:pPr algn="ctr" latinLnBrk="1"/>
                      <a:r>
                        <a:rPr lang="ko-KR" altLang="en-US" sz="1200" smtClean="0"/>
                        <a:t>공유기</a:t>
                      </a:r>
                      <a:endParaRPr lang="ko-KR" alt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EA</a:t>
                      </a:r>
                      <a:endParaRPr lang="ko-KR" alt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smtClean="0"/>
                        <a:t>1</a:t>
                      </a:r>
                      <a:endParaRPr lang="ko-KR" altLang="en-US" sz="16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7085"/>
                  </a:ext>
                </a:extLst>
              </a:tr>
            </a:tbl>
          </a:graphicData>
        </a:graphic>
      </p:graphicFrame>
      <p:cxnSp>
        <p:nvCxnSpPr>
          <p:cNvPr id="44" name="직선 연결선 43"/>
          <p:cNvCxnSpPr/>
          <p:nvPr/>
        </p:nvCxnSpPr>
        <p:spPr>
          <a:xfrm flipV="1">
            <a:off x="9698628" y="1465278"/>
            <a:ext cx="700213" cy="762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연결선 45"/>
          <p:cNvCxnSpPr/>
          <p:nvPr/>
        </p:nvCxnSpPr>
        <p:spPr>
          <a:xfrm flipV="1">
            <a:off x="9698628" y="2303928"/>
            <a:ext cx="700213" cy="762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 flipV="1">
            <a:off x="9698628" y="1875950"/>
            <a:ext cx="700213" cy="7620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" name="그림 5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8001" y="3512842"/>
            <a:ext cx="338850" cy="326748"/>
          </a:xfrm>
          <a:prstGeom prst="rect">
            <a:avLst/>
          </a:prstGeom>
        </p:spPr>
      </p:pic>
      <p:pic>
        <p:nvPicPr>
          <p:cNvPr id="52" name="그림 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993" y="3047960"/>
            <a:ext cx="492987" cy="374464"/>
          </a:xfrm>
          <a:prstGeom prst="rect">
            <a:avLst/>
          </a:prstGeom>
        </p:spPr>
      </p:pic>
      <p:grpSp>
        <p:nvGrpSpPr>
          <p:cNvPr id="53" name="그룹 52"/>
          <p:cNvGrpSpPr/>
          <p:nvPr/>
        </p:nvGrpSpPr>
        <p:grpSpPr>
          <a:xfrm>
            <a:off x="9724910" y="2606440"/>
            <a:ext cx="528114" cy="343845"/>
            <a:chOff x="5831943" y="1411165"/>
            <a:chExt cx="528114" cy="343845"/>
          </a:xfrm>
        </p:grpSpPr>
        <p:pic>
          <p:nvPicPr>
            <p:cNvPr id="54" name="그림 53"/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00000">
                  <a:tint val="45000"/>
                  <a:satMod val="400000"/>
                </a:srgbClr>
              </a:duotone>
            </a:blip>
            <a:stretch>
              <a:fillRect/>
            </a:stretch>
          </p:blipFill>
          <p:spPr>
            <a:xfrm>
              <a:off x="5960793" y="1411165"/>
              <a:ext cx="270414" cy="343845"/>
            </a:xfrm>
            <a:prstGeom prst="rect">
              <a:avLst/>
            </a:prstGeom>
          </p:spPr>
        </p:pic>
        <p:sp>
          <p:nvSpPr>
            <p:cNvPr id="59" name="TextBox 58"/>
            <p:cNvSpPr txBox="1"/>
            <p:nvPr/>
          </p:nvSpPr>
          <p:spPr>
            <a:xfrm>
              <a:off x="5831943" y="1527294"/>
              <a:ext cx="528114" cy="138499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ko-KR" sz="900" b="1"/>
                <a:t>NO. x-xx</a:t>
              </a:r>
              <a:endParaRPr lang="ko-KR" altLang="en-US" sz="900" b="1"/>
            </a:p>
          </p:txBody>
        </p:sp>
      </p:grpSp>
      <p:sp>
        <p:nvSpPr>
          <p:cNvPr id="60" name="타원 59"/>
          <p:cNvSpPr/>
          <p:nvPr/>
        </p:nvSpPr>
        <p:spPr>
          <a:xfrm flipV="1">
            <a:off x="9949925" y="5291568"/>
            <a:ext cx="170723" cy="1561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61" name="타원 60"/>
          <p:cNvSpPr/>
          <p:nvPr/>
        </p:nvSpPr>
        <p:spPr>
          <a:xfrm flipV="1">
            <a:off x="9949925" y="4869490"/>
            <a:ext cx="170723" cy="156100"/>
          </a:xfrm>
          <a:prstGeom prst="ellipse">
            <a:avLst/>
          </a:prstGeom>
          <a:solidFill>
            <a:srgbClr val="00B0F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4310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369</TotalTime>
  <Words>339</Words>
  <Application>Microsoft Office PowerPoint</Application>
  <PresentationFormat>사용자 지정</PresentationFormat>
  <Paragraphs>220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맑은 고딕</vt:lpstr>
      <vt:lpstr>Arial</vt:lpstr>
      <vt:lpstr>Calibri</vt:lpstr>
      <vt:lpstr>Calibri Light</vt:lpstr>
      <vt:lpstr>Office 테마</vt:lpstr>
      <vt:lpstr>0000 네트워크 공사계획서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이상민</dc:creator>
  <cp:lastModifiedBy>이상민</cp:lastModifiedBy>
  <cp:revision>31</cp:revision>
  <cp:lastPrinted>2018-01-22T00:50:53Z</cp:lastPrinted>
  <dcterms:created xsi:type="dcterms:W3CDTF">2017-05-11T01:53:14Z</dcterms:created>
  <dcterms:modified xsi:type="dcterms:W3CDTF">2018-01-22T05:07:54Z</dcterms:modified>
</cp:coreProperties>
</file>