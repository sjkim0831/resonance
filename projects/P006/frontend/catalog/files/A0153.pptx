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282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18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7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12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24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9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74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6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2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54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96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9BEA5-507A-4E68-A9F8-258BDFE865A4}" type="datetimeFigureOut">
              <a:rPr lang="ko-KR" altLang="en-US" smtClean="0"/>
              <a:t>2017-05-31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2A8B0-147C-44CB-993E-A2FDE9684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44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0" y="0"/>
            <a:ext cx="4724400" cy="3467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073" y="329866"/>
            <a:ext cx="4552950" cy="32766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7288" y="3368341"/>
            <a:ext cx="4505325" cy="33528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232" y="3509962"/>
            <a:ext cx="4305300" cy="33051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306" y="3771900"/>
            <a:ext cx="41529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3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07" y="-9704"/>
            <a:ext cx="4288382" cy="3086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563" y="1170187"/>
            <a:ext cx="2186270" cy="216237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44" y="1170187"/>
            <a:ext cx="1857733" cy="221016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692" y="3380353"/>
            <a:ext cx="2463905" cy="29204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988" y="1170187"/>
            <a:ext cx="1833841" cy="216237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5039" y="1170187"/>
            <a:ext cx="1821894" cy="212653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9597" y="3833970"/>
            <a:ext cx="2007336" cy="231434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2567" y="3595729"/>
            <a:ext cx="2457450" cy="27908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309" y="3529054"/>
            <a:ext cx="2428875" cy="28575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0017" y="3529054"/>
            <a:ext cx="23907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5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06" y="138112"/>
            <a:ext cx="3857625" cy="2933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899" y="325103"/>
            <a:ext cx="1514475" cy="18764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212" y="404812"/>
            <a:ext cx="1695450" cy="21240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06" y="3499820"/>
            <a:ext cx="2996567" cy="27775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581" y="267410"/>
            <a:ext cx="1842025" cy="184989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525" y="325103"/>
            <a:ext cx="2381086" cy="182159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7061" y="1985962"/>
            <a:ext cx="1333500" cy="10858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7959" y="3317390"/>
            <a:ext cx="1945796" cy="189256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7967" y="3268733"/>
            <a:ext cx="1348455" cy="174471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4873" y="3317390"/>
            <a:ext cx="1602768" cy="124791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7525" y="4888612"/>
            <a:ext cx="1930116" cy="170225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0821" y="3220077"/>
            <a:ext cx="1566508" cy="184202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0015" y="4888612"/>
            <a:ext cx="1613740" cy="173181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8543" y="5364861"/>
            <a:ext cx="1275248" cy="104696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68471" y="3166880"/>
            <a:ext cx="1574380" cy="181840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9623" y="4889502"/>
            <a:ext cx="1464174" cy="187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5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10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이상민</cp:lastModifiedBy>
  <cp:revision>4</cp:revision>
  <dcterms:created xsi:type="dcterms:W3CDTF">2017-05-30T06:50:51Z</dcterms:created>
  <dcterms:modified xsi:type="dcterms:W3CDTF">2017-05-31T04:33:42Z</dcterms:modified>
</cp:coreProperties>
</file>